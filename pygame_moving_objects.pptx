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0"/>
  </p:notesMasterIdLst>
  <p:sldIdLst>
    <p:sldId id="278" r:id="rId2"/>
    <p:sldId id="277" r:id="rId3"/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1" r:id="rId18"/>
    <p:sldId id="272" r:id="rId19"/>
    <p:sldId id="273" r:id="rId20"/>
    <p:sldId id="279" r:id="rId21"/>
    <p:sldId id="280" r:id="rId22"/>
    <p:sldId id="281" r:id="rId23"/>
    <p:sldId id="282" r:id="rId24"/>
    <p:sldId id="283" r:id="rId25"/>
    <p:sldId id="284" r:id="rId26"/>
    <p:sldId id="285" r:id="rId27"/>
    <p:sldId id="286" r:id="rId28"/>
    <p:sldId id="287" r:id="rId29"/>
    <p:sldId id="288" r:id="rId30"/>
    <p:sldId id="289" r:id="rId31"/>
    <p:sldId id="291" r:id="rId32"/>
    <p:sldId id="293" r:id="rId33"/>
    <p:sldId id="294" r:id="rId34"/>
    <p:sldId id="295" r:id="rId35"/>
    <p:sldId id="296" r:id="rId36"/>
    <p:sldId id="297" r:id="rId37"/>
    <p:sldId id="298" r:id="rId38"/>
    <p:sldId id="299" r:id="rId39"/>
    <p:sldId id="290" r:id="rId40"/>
    <p:sldId id="300" r:id="rId41"/>
    <p:sldId id="301" r:id="rId42"/>
    <p:sldId id="302" r:id="rId43"/>
    <p:sldId id="303" r:id="rId44"/>
    <p:sldId id="304" r:id="rId45"/>
    <p:sldId id="305" r:id="rId46"/>
    <p:sldId id="306" r:id="rId47"/>
    <p:sldId id="307" r:id="rId48"/>
    <p:sldId id="292" r:id="rId49"/>
  </p:sldIdLst>
  <p:sldSz cx="12192000" cy="6858000"/>
  <p:notesSz cx="6858000" cy="9144000"/>
  <p:defaultTextStyle>
    <a:defPPr>
      <a:defRPr lang="sk-S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8601"/>
    <p:restoredTop sz="94658"/>
  </p:normalViewPr>
  <p:slideViewPr>
    <p:cSldViewPr snapToGrid="0">
      <p:cViewPr varScale="1">
        <p:scale>
          <a:sx n="104" d="100"/>
          <a:sy n="104" d="100"/>
        </p:scale>
        <p:origin x="240" y="5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objekt pre hlavičku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sk-SK"/>
          </a:p>
        </p:txBody>
      </p:sp>
      <p:sp>
        <p:nvSpPr>
          <p:cNvPr id="3" name="Zástupný objekt pre dá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8240E5-5C35-244C-83C9-08A503C8CD03}" type="datetimeFigureOut">
              <a:rPr lang="sk-SK" smtClean="0"/>
              <a:t>2.3.2026</a:t>
            </a:fld>
            <a:endParaRPr lang="sk-SK"/>
          </a:p>
        </p:txBody>
      </p:sp>
      <p:sp>
        <p:nvSpPr>
          <p:cNvPr id="4" name="Zástupný objekt pre obrázok snímky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sk-SK"/>
          </a:p>
        </p:txBody>
      </p:sp>
      <p:sp>
        <p:nvSpPr>
          <p:cNvPr id="5" name="Zástupný objekt pre poznámky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</a:p>
        </p:txBody>
      </p:sp>
      <p:sp>
        <p:nvSpPr>
          <p:cNvPr id="6" name="Zástupný objekt pre pätu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sk-SK"/>
          </a:p>
        </p:txBody>
      </p:sp>
      <p:sp>
        <p:nvSpPr>
          <p:cNvPr id="7" name="Zástupný objekt pre číslo snímky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3CBCBFA-4D33-3B42-B53A-4A8129449FF3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9516726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objekt pre obrázok snímky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objekt pre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k-SK" dirty="0"/>
          </a:p>
        </p:txBody>
      </p:sp>
      <p:sp>
        <p:nvSpPr>
          <p:cNvPr id="4" name="Zástupný objekt pre číslo snímky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CBCBFA-4D33-3B42-B53A-4A8129449FF3}" type="slidenum">
              <a:rPr lang="sk-SK" smtClean="0"/>
              <a:t>20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48805094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395EDD-32DC-2C95-A1BB-6B0AF92379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objekt pre obrázok snímky 1">
            <a:extLst>
              <a:ext uri="{FF2B5EF4-FFF2-40B4-BE49-F238E27FC236}">
                <a16:creationId xmlns:a16="http://schemas.microsoft.com/office/drawing/2014/main" id="{564B0920-89FF-29E4-4B25-F2730544F9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objekt pre poznámky 2">
            <a:extLst>
              <a:ext uri="{FF2B5EF4-FFF2-40B4-BE49-F238E27FC236}">
                <a16:creationId xmlns:a16="http://schemas.microsoft.com/office/drawing/2014/main" id="{A4383AB6-F49D-0F8D-C3B5-FC00C42EDE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k-SK" dirty="0"/>
          </a:p>
        </p:txBody>
      </p:sp>
      <p:sp>
        <p:nvSpPr>
          <p:cNvPr id="4" name="Zástupný objekt pre číslo snímky 3">
            <a:extLst>
              <a:ext uri="{FF2B5EF4-FFF2-40B4-BE49-F238E27FC236}">
                <a16:creationId xmlns:a16="http://schemas.microsoft.com/office/drawing/2014/main" id="{D82458A0-17D1-281E-9B76-91C12615B9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CBCBFA-4D33-3B42-B53A-4A8129449FF3}" type="slidenum">
              <a:rPr lang="sk-SK" smtClean="0"/>
              <a:t>21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2432093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Úvodná snímk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7398F150-5EB2-C49E-D754-19D8FA1DEB6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sk-SK"/>
              <a:t>Kliknutím upravte štýl predlohy nadpisu</a:t>
            </a:r>
          </a:p>
        </p:txBody>
      </p:sp>
      <p:sp>
        <p:nvSpPr>
          <p:cNvPr id="3" name="Podnadpis 2">
            <a:extLst>
              <a:ext uri="{FF2B5EF4-FFF2-40B4-BE49-F238E27FC236}">
                <a16:creationId xmlns:a16="http://schemas.microsoft.com/office/drawing/2014/main" id="{C6CE62BD-F5DD-EF3A-4C17-61601D9D93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sk-SK"/>
              <a:t>Kliknutím upravte štýl predlohy podnadpisu</a:t>
            </a:r>
          </a:p>
        </p:txBody>
      </p:sp>
      <p:sp>
        <p:nvSpPr>
          <p:cNvPr id="4" name="Zástupný objekt pre dátum 3">
            <a:extLst>
              <a:ext uri="{FF2B5EF4-FFF2-40B4-BE49-F238E27FC236}">
                <a16:creationId xmlns:a16="http://schemas.microsoft.com/office/drawing/2014/main" id="{2BD76F2D-F231-726A-1407-F6F937CD5B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1CDC57-04B0-AF42-8261-9D53A7E1802B}" type="datetimeFigureOut">
              <a:rPr lang="sk-SK" smtClean="0"/>
              <a:t>2.3.2026</a:t>
            </a:fld>
            <a:endParaRPr lang="sk-SK"/>
          </a:p>
        </p:txBody>
      </p:sp>
      <p:sp>
        <p:nvSpPr>
          <p:cNvPr id="5" name="Zástupný objekt pre pätu 4">
            <a:extLst>
              <a:ext uri="{FF2B5EF4-FFF2-40B4-BE49-F238E27FC236}">
                <a16:creationId xmlns:a16="http://schemas.microsoft.com/office/drawing/2014/main" id="{179D9D63-C083-F0F3-7FD4-6B4A79418A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Zástupný objekt pre číslo snímky 5">
            <a:extLst>
              <a:ext uri="{FF2B5EF4-FFF2-40B4-BE49-F238E27FC236}">
                <a16:creationId xmlns:a16="http://schemas.microsoft.com/office/drawing/2014/main" id="{7D4BBB99-2577-684E-0EBB-8DCF5E1D64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043FD6-681C-364D-ABCE-96C22D4A7B9E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9586163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Nadpis a obsa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87DDDA52-E773-5251-2577-33E8BA7C6B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Kliknutím upravte štýl predlohy nadpisu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97250B98-0615-A818-D750-C5106C440C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</a:p>
        </p:txBody>
      </p:sp>
      <p:sp>
        <p:nvSpPr>
          <p:cNvPr id="4" name="Zástupný objekt pre dátum 3">
            <a:extLst>
              <a:ext uri="{FF2B5EF4-FFF2-40B4-BE49-F238E27FC236}">
                <a16:creationId xmlns:a16="http://schemas.microsoft.com/office/drawing/2014/main" id="{8AF5EC33-9FAF-58CB-A032-AD6686D61E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1CDC57-04B0-AF42-8261-9D53A7E1802B}" type="datetimeFigureOut">
              <a:rPr lang="sk-SK" smtClean="0"/>
              <a:t>2.3.2026</a:t>
            </a:fld>
            <a:endParaRPr lang="sk-SK"/>
          </a:p>
        </p:txBody>
      </p:sp>
      <p:sp>
        <p:nvSpPr>
          <p:cNvPr id="5" name="Zástupný objekt pre pätu 4">
            <a:extLst>
              <a:ext uri="{FF2B5EF4-FFF2-40B4-BE49-F238E27FC236}">
                <a16:creationId xmlns:a16="http://schemas.microsoft.com/office/drawing/2014/main" id="{40E7A832-E2E1-797A-65E6-BB1B19EE23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Zástupný objekt pre číslo snímky 5">
            <a:extLst>
              <a:ext uri="{FF2B5EF4-FFF2-40B4-BE49-F238E27FC236}">
                <a16:creationId xmlns:a16="http://schemas.microsoft.com/office/drawing/2014/main" id="{967806B3-5E1A-6422-2BBC-95BAE13F3C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043FD6-681C-364D-ABCE-96C22D4A7B9E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5372625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Hlavička sekc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8FF49FA6-130F-A736-3A2F-637DE3D000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sk-SK"/>
              <a:t>Kliknutím upravte štýl predlohy nadpisu</a:t>
            </a:r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5DACB918-0A87-CD07-B9A3-23F6B9762F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4" name="Zástupný objekt pre dátum 3">
            <a:extLst>
              <a:ext uri="{FF2B5EF4-FFF2-40B4-BE49-F238E27FC236}">
                <a16:creationId xmlns:a16="http://schemas.microsoft.com/office/drawing/2014/main" id="{9CF146DC-7816-F3E8-D8F7-BB55267D80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1CDC57-04B0-AF42-8261-9D53A7E1802B}" type="datetimeFigureOut">
              <a:rPr lang="sk-SK" smtClean="0"/>
              <a:t>2.3.2026</a:t>
            </a:fld>
            <a:endParaRPr lang="sk-SK"/>
          </a:p>
        </p:txBody>
      </p:sp>
      <p:sp>
        <p:nvSpPr>
          <p:cNvPr id="5" name="Zástupný objekt pre pätu 4">
            <a:extLst>
              <a:ext uri="{FF2B5EF4-FFF2-40B4-BE49-F238E27FC236}">
                <a16:creationId xmlns:a16="http://schemas.microsoft.com/office/drawing/2014/main" id="{B6A78B67-D60B-99BF-9E75-51F75D0B0C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Zástupný objekt pre číslo snímky 5">
            <a:extLst>
              <a:ext uri="{FF2B5EF4-FFF2-40B4-BE49-F238E27FC236}">
                <a16:creationId xmlns:a16="http://schemas.microsoft.com/office/drawing/2014/main" id="{F6491AA8-C802-D1E2-263A-637B791FC9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043FD6-681C-364D-ABCE-96C22D4A7B9E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25075971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va obsa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3386B567-D001-5791-2C0C-307E18E553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Kliknutím upravte štýl predlohy nadpisu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E1EB4FE9-5469-0C67-C2BF-B1891855757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</a:p>
        </p:txBody>
      </p:sp>
      <p:sp>
        <p:nvSpPr>
          <p:cNvPr id="4" name="Zástupný objekt pre obsah 3">
            <a:extLst>
              <a:ext uri="{FF2B5EF4-FFF2-40B4-BE49-F238E27FC236}">
                <a16:creationId xmlns:a16="http://schemas.microsoft.com/office/drawing/2014/main" id="{9CF98E45-7F2B-351F-016B-9BB8C6E80FC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</a:p>
        </p:txBody>
      </p:sp>
      <p:sp>
        <p:nvSpPr>
          <p:cNvPr id="5" name="Zástupný objekt pre dátum 4">
            <a:extLst>
              <a:ext uri="{FF2B5EF4-FFF2-40B4-BE49-F238E27FC236}">
                <a16:creationId xmlns:a16="http://schemas.microsoft.com/office/drawing/2014/main" id="{C01EDD28-C909-3E58-1069-FA9934BB43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1CDC57-04B0-AF42-8261-9D53A7E1802B}" type="datetimeFigureOut">
              <a:rPr lang="sk-SK" smtClean="0"/>
              <a:t>2.3.2026</a:t>
            </a:fld>
            <a:endParaRPr lang="sk-SK"/>
          </a:p>
        </p:txBody>
      </p:sp>
      <p:sp>
        <p:nvSpPr>
          <p:cNvPr id="6" name="Zástupný objekt pre pätu 5">
            <a:extLst>
              <a:ext uri="{FF2B5EF4-FFF2-40B4-BE49-F238E27FC236}">
                <a16:creationId xmlns:a16="http://schemas.microsoft.com/office/drawing/2014/main" id="{28C95014-4BDD-6D21-8FE6-9B598BAAF7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7" name="Zástupný objekt pre číslo snímky 6">
            <a:extLst>
              <a:ext uri="{FF2B5EF4-FFF2-40B4-BE49-F238E27FC236}">
                <a16:creationId xmlns:a16="http://schemas.microsoft.com/office/drawing/2014/main" id="{38A5280D-CF31-9328-5014-16C1A3A8D6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043FD6-681C-364D-ABCE-96C22D4A7B9E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555120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ov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E39F3F1D-6360-EF33-2389-6B024BEEB9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sk-SK"/>
              <a:t>Kliknutím upravte štýl predlohy nadpisu</a:t>
            </a:r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88D864C6-517A-D8AE-E6C8-44CEA69BD4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4" name="Zástupný objekt pre obsah 3">
            <a:extLst>
              <a:ext uri="{FF2B5EF4-FFF2-40B4-BE49-F238E27FC236}">
                <a16:creationId xmlns:a16="http://schemas.microsoft.com/office/drawing/2014/main" id="{6356A7A7-E12F-5294-31D3-F194183EF9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</a:p>
        </p:txBody>
      </p:sp>
      <p:sp>
        <p:nvSpPr>
          <p:cNvPr id="5" name="Zástupný text 4">
            <a:extLst>
              <a:ext uri="{FF2B5EF4-FFF2-40B4-BE49-F238E27FC236}">
                <a16:creationId xmlns:a16="http://schemas.microsoft.com/office/drawing/2014/main" id="{8AB7AB0B-0ECD-1CDA-0CA9-CFAC1FA45CF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6" name="Zástupný objekt pre obsah 5">
            <a:extLst>
              <a:ext uri="{FF2B5EF4-FFF2-40B4-BE49-F238E27FC236}">
                <a16:creationId xmlns:a16="http://schemas.microsoft.com/office/drawing/2014/main" id="{EA5A5239-750A-0504-6C81-593C3E666AE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</a:p>
        </p:txBody>
      </p:sp>
      <p:sp>
        <p:nvSpPr>
          <p:cNvPr id="7" name="Zástupný objekt pre dátum 6">
            <a:extLst>
              <a:ext uri="{FF2B5EF4-FFF2-40B4-BE49-F238E27FC236}">
                <a16:creationId xmlns:a16="http://schemas.microsoft.com/office/drawing/2014/main" id="{DA79F5F8-5EFF-AB99-3FDB-B4EB190124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1CDC57-04B0-AF42-8261-9D53A7E1802B}" type="datetimeFigureOut">
              <a:rPr lang="sk-SK" smtClean="0"/>
              <a:t>2.3.2026</a:t>
            </a:fld>
            <a:endParaRPr lang="sk-SK"/>
          </a:p>
        </p:txBody>
      </p:sp>
      <p:sp>
        <p:nvSpPr>
          <p:cNvPr id="8" name="Zástupný objekt pre pätu 7">
            <a:extLst>
              <a:ext uri="{FF2B5EF4-FFF2-40B4-BE49-F238E27FC236}">
                <a16:creationId xmlns:a16="http://schemas.microsoft.com/office/drawing/2014/main" id="{694F4DB0-7003-7432-24D9-2B67C943E7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9" name="Zástupný objekt pre číslo snímky 8">
            <a:extLst>
              <a:ext uri="{FF2B5EF4-FFF2-40B4-BE49-F238E27FC236}">
                <a16:creationId xmlns:a16="http://schemas.microsoft.com/office/drawing/2014/main" id="{4F0EB3DD-0621-3BF8-F7EC-F082362993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043FD6-681C-364D-ABCE-96C22D4A7B9E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9165739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en nadp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0FCCA87E-0334-3D7C-8D09-F4DD224692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Kliknutím upravte štýl predlohy nadpisu</a:t>
            </a:r>
          </a:p>
        </p:txBody>
      </p:sp>
      <p:sp>
        <p:nvSpPr>
          <p:cNvPr id="3" name="Zástupný objekt pre dátum 2">
            <a:extLst>
              <a:ext uri="{FF2B5EF4-FFF2-40B4-BE49-F238E27FC236}">
                <a16:creationId xmlns:a16="http://schemas.microsoft.com/office/drawing/2014/main" id="{331B7FE9-8CF9-82DD-A613-30ED5D5F78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1CDC57-04B0-AF42-8261-9D53A7E1802B}" type="datetimeFigureOut">
              <a:rPr lang="sk-SK" smtClean="0"/>
              <a:t>2.3.2026</a:t>
            </a:fld>
            <a:endParaRPr lang="sk-SK"/>
          </a:p>
        </p:txBody>
      </p:sp>
      <p:sp>
        <p:nvSpPr>
          <p:cNvPr id="4" name="Zástupný objekt pre pätu 3">
            <a:extLst>
              <a:ext uri="{FF2B5EF4-FFF2-40B4-BE49-F238E27FC236}">
                <a16:creationId xmlns:a16="http://schemas.microsoft.com/office/drawing/2014/main" id="{27410D2D-14E5-01D3-C590-5AAA6384D4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5" name="Zástupný objekt pre číslo snímky 4">
            <a:extLst>
              <a:ext uri="{FF2B5EF4-FFF2-40B4-BE49-F238E27FC236}">
                <a16:creationId xmlns:a16="http://schemas.microsoft.com/office/drawing/2014/main" id="{4C3CFCD7-5D55-5E83-61FC-D91CD3EA8B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043FD6-681C-364D-ABCE-96C22D4A7B9E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3985722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rázdn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objekt pre dátum 1">
            <a:extLst>
              <a:ext uri="{FF2B5EF4-FFF2-40B4-BE49-F238E27FC236}">
                <a16:creationId xmlns:a16="http://schemas.microsoft.com/office/drawing/2014/main" id="{61EC648D-3A7D-5017-9EDB-BC3710C5A5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1CDC57-04B0-AF42-8261-9D53A7E1802B}" type="datetimeFigureOut">
              <a:rPr lang="sk-SK" smtClean="0"/>
              <a:t>2.3.2026</a:t>
            </a:fld>
            <a:endParaRPr lang="sk-SK"/>
          </a:p>
        </p:txBody>
      </p:sp>
      <p:sp>
        <p:nvSpPr>
          <p:cNvPr id="3" name="Zástupný objekt pre pätu 2">
            <a:extLst>
              <a:ext uri="{FF2B5EF4-FFF2-40B4-BE49-F238E27FC236}">
                <a16:creationId xmlns:a16="http://schemas.microsoft.com/office/drawing/2014/main" id="{BA234AEE-4AE1-C27A-4BB2-5C8305BFDB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4" name="Zástupný objekt pre číslo snímky 3">
            <a:extLst>
              <a:ext uri="{FF2B5EF4-FFF2-40B4-BE49-F238E27FC236}">
                <a16:creationId xmlns:a16="http://schemas.microsoft.com/office/drawing/2014/main" id="{8C7DBD04-CDF5-51F9-55E6-89D16E04B0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043FD6-681C-364D-ABCE-96C22D4A7B9E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25108183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Obsah s popis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9C39EBAB-909C-B042-78CF-D44AF8E253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sk-SK"/>
              <a:t>Kliknutím upravte štýl predlohy nadpisu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5E059A30-A681-9C62-345D-56E1A96DE3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</a:p>
        </p:txBody>
      </p:sp>
      <p:sp>
        <p:nvSpPr>
          <p:cNvPr id="4" name="Zástupný text 3">
            <a:extLst>
              <a:ext uri="{FF2B5EF4-FFF2-40B4-BE49-F238E27FC236}">
                <a16:creationId xmlns:a16="http://schemas.microsoft.com/office/drawing/2014/main" id="{02FF50DD-1D36-742E-C938-2067806582D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5" name="Zástupný objekt pre dátum 4">
            <a:extLst>
              <a:ext uri="{FF2B5EF4-FFF2-40B4-BE49-F238E27FC236}">
                <a16:creationId xmlns:a16="http://schemas.microsoft.com/office/drawing/2014/main" id="{73B8FCC1-2126-9F32-A179-0BB1D28472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1CDC57-04B0-AF42-8261-9D53A7E1802B}" type="datetimeFigureOut">
              <a:rPr lang="sk-SK" smtClean="0"/>
              <a:t>2.3.2026</a:t>
            </a:fld>
            <a:endParaRPr lang="sk-SK"/>
          </a:p>
        </p:txBody>
      </p:sp>
      <p:sp>
        <p:nvSpPr>
          <p:cNvPr id="6" name="Zástupný objekt pre pätu 5">
            <a:extLst>
              <a:ext uri="{FF2B5EF4-FFF2-40B4-BE49-F238E27FC236}">
                <a16:creationId xmlns:a16="http://schemas.microsoft.com/office/drawing/2014/main" id="{EE32EC86-943A-A919-1237-1033F34129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7" name="Zástupný objekt pre číslo snímky 6">
            <a:extLst>
              <a:ext uri="{FF2B5EF4-FFF2-40B4-BE49-F238E27FC236}">
                <a16:creationId xmlns:a16="http://schemas.microsoft.com/office/drawing/2014/main" id="{C18DB114-3B97-2733-8504-53C77F90F3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043FD6-681C-364D-ABCE-96C22D4A7B9E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8577859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ázok s popis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12A39C3C-23A9-D5C7-447A-BCFECCFE5C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sk-SK"/>
              <a:t>Kliknutím upravte štýl predlohy nadpisu</a:t>
            </a:r>
          </a:p>
        </p:txBody>
      </p:sp>
      <p:sp>
        <p:nvSpPr>
          <p:cNvPr id="3" name="Zástupný objekt pre obrázok 2">
            <a:extLst>
              <a:ext uri="{FF2B5EF4-FFF2-40B4-BE49-F238E27FC236}">
                <a16:creationId xmlns:a16="http://schemas.microsoft.com/office/drawing/2014/main" id="{5444A3ED-8F35-5D98-3AC3-152883C06D8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sk-SK"/>
          </a:p>
        </p:txBody>
      </p:sp>
      <p:sp>
        <p:nvSpPr>
          <p:cNvPr id="4" name="Zástupný text 3">
            <a:extLst>
              <a:ext uri="{FF2B5EF4-FFF2-40B4-BE49-F238E27FC236}">
                <a16:creationId xmlns:a16="http://schemas.microsoft.com/office/drawing/2014/main" id="{E1919D4E-F538-337E-0E69-45BA80EEA9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5" name="Zástupný objekt pre dátum 4">
            <a:extLst>
              <a:ext uri="{FF2B5EF4-FFF2-40B4-BE49-F238E27FC236}">
                <a16:creationId xmlns:a16="http://schemas.microsoft.com/office/drawing/2014/main" id="{CF302A21-28C4-D17A-7DC5-849AAFA877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1CDC57-04B0-AF42-8261-9D53A7E1802B}" type="datetimeFigureOut">
              <a:rPr lang="sk-SK" smtClean="0"/>
              <a:t>2.3.2026</a:t>
            </a:fld>
            <a:endParaRPr lang="sk-SK"/>
          </a:p>
        </p:txBody>
      </p:sp>
      <p:sp>
        <p:nvSpPr>
          <p:cNvPr id="6" name="Zástupný objekt pre pätu 5">
            <a:extLst>
              <a:ext uri="{FF2B5EF4-FFF2-40B4-BE49-F238E27FC236}">
                <a16:creationId xmlns:a16="http://schemas.microsoft.com/office/drawing/2014/main" id="{B50B6C5F-40A7-BEA6-29D4-C43413E2B7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7" name="Zástupný objekt pre číslo snímky 6">
            <a:extLst>
              <a:ext uri="{FF2B5EF4-FFF2-40B4-BE49-F238E27FC236}">
                <a16:creationId xmlns:a16="http://schemas.microsoft.com/office/drawing/2014/main" id="{7750F9EF-1151-E29C-6F1E-33AEDD842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043FD6-681C-364D-ABCE-96C22D4A7B9E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27533197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Nadpis a zvislý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AF1EAD8F-E4AA-07C1-2D4F-9B4FB29D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Kliknutím upravte štýl predlohy nadpisu</a:t>
            </a:r>
          </a:p>
        </p:txBody>
      </p:sp>
      <p:sp>
        <p:nvSpPr>
          <p:cNvPr id="3" name="Zástupný zvislý text 2">
            <a:extLst>
              <a:ext uri="{FF2B5EF4-FFF2-40B4-BE49-F238E27FC236}">
                <a16:creationId xmlns:a16="http://schemas.microsoft.com/office/drawing/2014/main" id="{CB853846-B10C-5BB5-7A9D-BC932D62FA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</a:p>
        </p:txBody>
      </p:sp>
      <p:sp>
        <p:nvSpPr>
          <p:cNvPr id="4" name="Zástupný objekt pre dátum 3">
            <a:extLst>
              <a:ext uri="{FF2B5EF4-FFF2-40B4-BE49-F238E27FC236}">
                <a16:creationId xmlns:a16="http://schemas.microsoft.com/office/drawing/2014/main" id="{87DE5AA8-8AB6-4CCE-D0B5-8A6D6B04F5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1CDC57-04B0-AF42-8261-9D53A7E1802B}" type="datetimeFigureOut">
              <a:rPr lang="sk-SK" smtClean="0"/>
              <a:t>2.3.2026</a:t>
            </a:fld>
            <a:endParaRPr lang="sk-SK"/>
          </a:p>
        </p:txBody>
      </p:sp>
      <p:sp>
        <p:nvSpPr>
          <p:cNvPr id="5" name="Zástupný objekt pre pätu 4">
            <a:extLst>
              <a:ext uri="{FF2B5EF4-FFF2-40B4-BE49-F238E27FC236}">
                <a16:creationId xmlns:a16="http://schemas.microsoft.com/office/drawing/2014/main" id="{CA49A793-D0C2-D207-F22B-BC4D820D10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Zástupný objekt pre číslo snímky 5">
            <a:extLst>
              <a:ext uri="{FF2B5EF4-FFF2-40B4-BE49-F238E27FC236}">
                <a16:creationId xmlns:a16="http://schemas.microsoft.com/office/drawing/2014/main" id="{FDD9D3AD-6DE6-A1C7-2EC7-BD02F902B6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043FD6-681C-364D-ABCE-96C22D4A7B9E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28311256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Zvislý nadpis a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vislý nadpis 1">
            <a:extLst>
              <a:ext uri="{FF2B5EF4-FFF2-40B4-BE49-F238E27FC236}">
                <a16:creationId xmlns:a16="http://schemas.microsoft.com/office/drawing/2014/main" id="{E1B8F083-281A-91CD-93C4-1205C28C798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sk-SK"/>
              <a:t>Kliknutím upravte štýl predlohy nadpisu</a:t>
            </a:r>
          </a:p>
        </p:txBody>
      </p:sp>
      <p:sp>
        <p:nvSpPr>
          <p:cNvPr id="3" name="Zástupný zvislý text 2">
            <a:extLst>
              <a:ext uri="{FF2B5EF4-FFF2-40B4-BE49-F238E27FC236}">
                <a16:creationId xmlns:a16="http://schemas.microsoft.com/office/drawing/2014/main" id="{211A25AC-3F43-599D-8E04-8038E17BCC1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</a:p>
        </p:txBody>
      </p:sp>
      <p:sp>
        <p:nvSpPr>
          <p:cNvPr id="4" name="Zástupný objekt pre dátum 3">
            <a:extLst>
              <a:ext uri="{FF2B5EF4-FFF2-40B4-BE49-F238E27FC236}">
                <a16:creationId xmlns:a16="http://schemas.microsoft.com/office/drawing/2014/main" id="{7F424107-33A0-24FE-71A7-5840AA12ED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1CDC57-04B0-AF42-8261-9D53A7E1802B}" type="datetimeFigureOut">
              <a:rPr lang="sk-SK" smtClean="0"/>
              <a:t>2.3.2026</a:t>
            </a:fld>
            <a:endParaRPr lang="sk-SK"/>
          </a:p>
        </p:txBody>
      </p:sp>
      <p:sp>
        <p:nvSpPr>
          <p:cNvPr id="5" name="Zástupný objekt pre pätu 4">
            <a:extLst>
              <a:ext uri="{FF2B5EF4-FFF2-40B4-BE49-F238E27FC236}">
                <a16:creationId xmlns:a16="http://schemas.microsoft.com/office/drawing/2014/main" id="{C414A8A8-0DE8-A87E-D02A-E5131F60D6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Zástupný objekt pre číslo snímky 5">
            <a:extLst>
              <a:ext uri="{FF2B5EF4-FFF2-40B4-BE49-F238E27FC236}">
                <a16:creationId xmlns:a16="http://schemas.microsoft.com/office/drawing/2014/main" id="{48710875-1747-F8E4-67EB-3C36CD6EA3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043FD6-681C-364D-ABCE-96C22D4A7B9E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1145300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objekt pre nadpis 1">
            <a:extLst>
              <a:ext uri="{FF2B5EF4-FFF2-40B4-BE49-F238E27FC236}">
                <a16:creationId xmlns:a16="http://schemas.microsoft.com/office/drawing/2014/main" id="{F440EE41-48ED-CCF2-943C-5BDD3A7BB4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sk-SK"/>
              <a:t>Kliknutím upravte štýl predlohy nadpisu</a:t>
            </a:r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A95DDC8E-E842-191E-4E6A-4EEC65D0F5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</a:p>
        </p:txBody>
      </p:sp>
      <p:sp>
        <p:nvSpPr>
          <p:cNvPr id="4" name="Zástupný objekt pre dátum 3">
            <a:extLst>
              <a:ext uri="{FF2B5EF4-FFF2-40B4-BE49-F238E27FC236}">
                <a16:creationId xmlns:a16="http://schemas.microsoft.com/office/drawing/2014/main" id="{4F422B5F-C7F1-6065-A262-7FB92BFA361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D1CDC57-04B0-AF42-8261-9D53A7E1802B}" type="datetimeFigureOut">
              <a:rPr lang="sk-SK" smtClean="0"/>
              <a:t>2.3.2026</a:t>
            </a:fld>
            <a:endParaRPr lang="sk-SK"/>
          </a:p>
        </p:txBody>
      </p:sp>
      <p:sp>
        <p:nvSpPr>
          <p:cNvPr id="5" name="Zástupný objekt pre pätu 4">
            <a:extLst>
              <a:ext uri="{FF2B5EF4-FFF2-40B4-BE49-F238E27FC236}">
                <a16:creationId xmlns:a16="http://schemas.microsoft.com/office/drawing/2014/main" id="{01F2D2A5-91B6-18CC-8EE5-037CA7026DA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sk-SK"/>
          </a:p>
        </p:txBody>
      </p:sp>
      <p:sp>
        <p:nvSpPr>
          <p:cNvPr id="6" name="Zástupný objekt pre číslo snímky 5">
            <a:extLst>
              <a:ext uri="{FF2B5EF4-FFF2-40B4-BE49-F238E27FC236}">
                <a16:creationId xmlns:a16="http://schemas.microsoft.com/office/drawing/2014/main" id="{365CBAAE-3634-D0F8-3189-69825EEA2D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A043FD6-681C-364D-ABCE-96C22D4A7B9E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21494773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k-S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jpe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jpe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5.jpeg"/><Relationship Id="rId4" Type="http://schemas.openxmlformats.org/officeDocument/2006/relationships/image" Target="../media/image24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6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B758B2FB-80A9-967A-9C80-B3B25029DE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90431" y="2853124"/>
            <a:ext cx="3611137" cy="1151751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sk-SK" sz="3600" noProof="1"/>
              <a:t>import pygame</a:t>
            </a:r>
          </a:p>
          <a:p>
            <a:pPr marL="0" indent="0">
              <a:buNone/>
            </a:pPr>
            <a:r>
              <a:rPr lang="sk-SK" sz="3600" noProof="1"/>
              <a:t>pygame.init()</a:t>
            </a:r>
          </a:p>
        </p:txBody>
      </p:sp>
    </p:spTree>
    <p:extLst>
      <p:ext uri="{BB962C8B-B14F-4D97-AF65-F5344CB8AC3E}">
        <p14:creationId xmlns:p14="http://schemas.microsoft.com/office/powerpoint/2010/main" val="16479364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Obrázok 4">
            <a:extLst>
              <a:ext uri="{FF2B5EF4-FFF2-40B4-BE49-F238E27FC236}">
                <a16:creationId xmlns:a16="http://schemas.microsoft.com/office/drawing/2014/main" id="{4203A229-9F7D-14E0-00BD-050B7402B9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836" y="0"/>
            <a:ext cx="11692328" cy="6899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47842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rázok 3">
            <a:extLst>
              <a:ext uri="{FF2B5EF4-FFF2-40B4-BE49-F238E27FC236}">
                <a16:creationId xmlns:a16="http://schemas.microsoft.com/office/drawing/2014/main" id="{71A429BD-B591-C0FB-62C7-775A124E21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611" y="643466"/>
            <a:ext cx="10364778" cy="5571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18695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8D9EECF-C416-2222-F6C4-A7B661EB4A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rázok 1">
            <a:extLst>
              <a:ext uri="{FF2B5EF4-FFF2-40B4-BE49-F238E27FC236}">
                <a16:creationId xmlns:a16="http://schemas.microsoft.com/office/drawing/2014/main" id="{63E35843-342A-51CB-27A5-7D03E614255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427" r="1" b="1"/>
          <a:stretch>
            <a:fillRect/>
          </a:stretch>
        </p:blipFill>
        <p:spPr>
          <a:xfrm>
            <a:off x="1143036" y="643466"/>
            <a:ext cx="9905928" cy="5571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89102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6A14292-5DCE-75CD-480A-3792D15C5A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rázok 1">
            <a:extLst>
              <a:ext uri="{FF2B5EF4-FFF2-40B4-BE49-F238E27FC236}">
                <a16:creationId xmlns:a16="http://schemas.microsoft.com/office/drawing/2014/main" id="{0662BC91-03FA-16E3-BCE2-B6D7443238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611" y="643466"/>
            <a:ext cx="10364778" cy="5571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83814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6ABDD1F-70A6-8CCE-641A-4EEAA112C2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6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Obrázok 1">
            <a:extLst>
              <a:ext uri="{FF2B5EF4-FFF2-40B4-BE49-F238E27FC236}">
                <a16:creationId xmlns:a16="http://schemas.microsoft.com/office/drawing/2014/main" id="{40C651A5-0101-6DCC-C9B7-5F4FFD2D363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4679"/>
          <a:stretch>
            <a:fillRect/>
          </a:stretch>
        </p:blipFill>
        <p:spPr>
          <a:xfrm>
            <a:off x="838199" y="735153"/>
            <a:ext cx="10515602" cy="5387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04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63ACAAE-03D0-3796-55BB-697B25FC3E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rázok 1">
            <a:extLst>
              <a:ext uri="{FF2B5EF4-FFF2-40B4-BE49-F238E27FC236}">
                <a16:creationId xmlns:a16="http://schemas.microsoft.com/office/drawing/2014/main" id="{4A8C07D8-40D2-E078-DEA4-B7419154E9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611" y="643466"/>
            <a:ext cx="10364778" cy="5571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1785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B4D75A3-676C-0398-4983-08FB7EBDA2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rázok 1">
            <a:extLst>
              <a:ext uri="{FF2B5EF4-FFF2-40B4-BE49-F238E27FC236}">
                <a16:creationId xmlns:a16="http://schemas.microsoft.com/office/drawing/2014/main" id="{806FA585-E29A-8B6A-94C8-D4D74F9B57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611" y="643466"/>
            <a:ext cx="10364778" cy="5571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47022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29A234-347A-81E2-91EB-9F55BF09C3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rázok 1">
            <a:extLst>
              <a:ext uri="{FF2B5EF4-FFF2-40B4-BE49-F238E27FC236}">
                <a16:creationId xmlns:a16="http://schemas.microsoft.com/office/drawing/2014/main" id="{C98397A1-7E53-0CB0-8A42-C0168991CC2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173" r="255" b="1"/>
          <a:stretch>
            <a:fillRect/>
          </a:stretch>
        </p:blipFill>
        <p:spPr>
          <a:xfrm>
            <a:off x="1143036" y="643466"/>
            <a:ext cx="9905928" cy="5571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58822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0643682-49AA-BD1A-E3BA-2A7B54E0F8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AF2A46FC-A8BE-4771-BE51-D9123E9185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2612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Obrázok 1">
            <a:extLst>
              <a:ext uri="{FF2B5EF4-FFF2-40B4-BE49-F238E27FC236}">
                <a16:creationId xmlns:a16="http://schemas.microsoft.com/office/drawing/2014/main" id="{69C8CDC8-682C-D014-0653-9E5E2439A80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672"/>
          <a:stretch>
            <a:fillRect/>
          </a:stretch>
        </p:blipFill>
        <p:spPr>
          <a:xfrm>
            <a:off x="615790" y="508000"/>
            <a:ext cx="10960420" cy="5792694"/>
          </a:xfrm>
          <a:custGeom>
            <a:avLst/>
            <a:gdLst/>
            <a:ahLst/>
            <a:cxnLst/>
            <a:rect l="l" t="t" r="r" b="b"/>
            <a:pathLst>
              <a:path w="10485104" h="5523506">
                <a:moveTo>
                  <a:pt x="5949681" y="536"/>
                </a:moveTo>
                <a:cubicBezTo>
                  <a:pt x="6074035" y="-2131"/>
                  <a:pt x="6198411" y="5173"/>
                  <a:pt x="6321822" y="22405"/>
                </a:cubicBezTo>
                <a:cubicBezTo>
                  <a:pt x="6498937" y="51493"/>
                  <a:pt x="6677824" y="73364"/>
                  <a:pt x="6857694" y="55210"/>
                </a:cubicBezTo>
                <a:cubicBezTo>
                  <a:pt x="6981675" y="42526"/>
                  <a:pt x="7105459" y="35089"/>
                  <a:pt x="7230031" y="35528"/>
                </a:cubicBezTo>
                <a:cubicBezTo>
                  <a:pt x="7516370" y="35528"/>
                  <a:pt x="7802902" y="38152"/>
                  <a:pt x="8089242" y="32684"/>
                </a:cubicBezTo>
                <a:cubicBezTo>
                  <a:pt x="8344090" y="27873"/>
                  <a:pt x="8597956" y="17377"/>
                  <a:pt x="8853003" y="43837"/>
                </a:cubicBezTo>
                <a:cubicBezTo>
                  <a:pt x="9229472" y="82767"/>
                  <a:pt x="9607909" y="70300"/>
                  <a:pt x="9985559" y="65708"/>
                </a:cubicBezTo>
                <a:cubicBezTo>
                  <a:pt x="10083101" y="64320"/>
                  <a:pt x="10180599" y="61132"/>
                  <a:pt x="10278047" y="56140"/>
                </a:cubicBezTo>
                <a:lnTo>
                  <a:pt x="10449151" y="44199"/>
                </a:lnTo>
                <a:lnTo>
                  <a:pt x="10468533" y="198724"/>
                </a:lnTo>
                <a:cubicBezTo>
                  <a:pt x="10475933" y="234109"/>
                  <a:pt x="10480462" y="270161"/>
                  <a:pt x="10482057" y="306442"/>
                </a:cubicBezTo>
                <a:cubicBezTo>
                  <a:pt x="10492136" y="438884"/>
                  <a:pt x="10475168" y="569479"/>
                  <a:pt x="10461007" y="700359"/>
                </a:cubicBezTo>
                <a:cubicBezTo>
                  <a:pt x="10451566" y="783776"/>
                  <a:pt x="10437150" y="868045"/>
                  <a:pt x="10461007" y="950608"/>
                </a:cubicBezTo>
                <a:cubicBezTo>
                  <a:pt x="10477350" y="1008147"/>
                  <a:pt x="10480985" y="1069224"/>
                  <a:pt x="10471595" y="1128666"/>
                </a:cubicBezTo>
                <a:cubicBezTo>
                  <a:pt x="10455763" y="1234166"/>
                  <a:pt x="10452459" y="1341527"/>
                  <a:pt x="10461772" y="1447979"/>
                </a:cubicBezTo>
                <a:cubicBezTo>
                  <a:pt x="10467921" y="1518165"/>
                  <a:pt x="10466977" y="1588906"/>
                  <a:pt x="10458965" y="1658865"/>
                </a:cubicBezTo>
                <a:cubicBezTo>
                  <a:pt x="10448377" y="1752939"/>
                  <a:pt x="10431919" y="1848719"/>
                  <a:pt x="10451949" y="1943076"/>
                </a:cubicBezTo>
                <a:cubicBezTo>
                  <a:pt x="10483843" y="2092999"/>
                  <a:pt x="10477464" y="2242779"/>
                  <a:pt x="10464706" y="2393837"/>
                </a:cubicBezTo>
                <a:cubicBezTo>
                  <a:pt x="10455138" y="2506243"/>
                  <a:pt x="10444549" y="2619928"/>
                  <a:pt x="10463686" y="2733613"/>
                </a:cubicBezTo>
                <a:cubicBezTo>
                  <a:pt x="10471914" y="2786362"/>
                  <a:pt x="10471914" y="2840306"/>
                  <a:pt x="10463686" y="2893056"/>
                </a:cubicBezTo>
                <a:cubicBezTo>
                  <a:pt x="10453735" y="2964109"/>
                  <a:pt x="10444294" y="3034452"/>
                  <a:pt x="10457052" y="3106215"/>
                </a:cubicBezTo>
                <a:cubicBezTo>
                  <a:pt x="10462665" y="3137479"/>
                  <a:pt x="10466875" y="3169026"/>
                  <a:pt x="10469810" y="3200574"/>
                </a:cubicBezTo>
                <a:cubicBezTo>
                  <a:pt x="10475653" y="3281119"/>
                  <a:pt x="10473561" y="3362120"/>
                  <a:pt x="10463559" y="3442154"/>
                </a:cubicBezTo>
                <a:cubicBezTo>
                  <a:pt x="10453990" y="3535091"/>
                  <a:pt x="10469554" y="3628597"/>
                  <a:pt x="10456797" y="3721250"/>
                </a:cubicBezTo>
                <a:cubicBezTo>
                  <a:pt x="10447738" y="3795870"/>
                  <a:pt x="10447394" y="3871485"/>
                  <a:pt x="10455776" y="3946204"/>
                </a:cubicBezTo>
                <a:cubicBezTo>
                  <a:pt x="10470855" y="4087457"/>
                  <a:pt x="10469912" y="4230260"/>
                  <a:pt x="10452970" y="4371244"/>
                </a:cubicBezTo>
                <a:cubicBezTo>
                  <a:pt x="10442508" y="4453523"/>
                  <a:pt x="10436512" y="4538218"/>
                  <a:pt x="10455266" y="4618934"/>
                </a:cubicBezTo>
                <a:cubicBezTo>
                  <a:pt x="10499408" y="4808646"/>
                  <a:pt x="10473637" y="4998642"/>
                  <a:pt x="10455266" y="5187359"/>
                </a:cubicBezTo>
                <a:cubicBezTo>
                  <a:pt x="10444103" y="5288708"/>
                  <a:pt x="10443847" y="5391181"/>
                  <a:pt x="10454500" y="5492602"/>
                </a:cubicBezTo>
                <a:lnTo>
                  <a:pt x="10454510" y="5492731"/>
                </a:lnTo>
                <a:lnTo>
                  <a:pt x="10414967" y="5491139"/>
                </a:lnTo>
                <a:cubicBezTo>
                  <a:pt x="10117611" y="5495732"/>
                  <a:pt x="9820450" y="5526349"/>
                  <a:pt x="9523092" y="5507105"/>
                </a:cubicBezTo>
                <a:cubicBezTo>
                  <a:pt x="9272964" y="5490920"/>
                  <a:pt x="9023034" y="5477142"/>
                  <a:pt x="8772711" y="5490483"/>
                </a:cubicBezTo>
                <a:cubicBezTo>
                  <a:pt x="8636774" y="5499549"/>
                  <a:pt x="8500636" y="5503107"/>
                  <a:pt x="8364561" y="5501172"/>
                </a:cubicBezTo>
                <a:lnTo>
                  <a:pt x="8196562" y="5491993"/>
                </a:lnTo>
                <a:lnTo>
                  <a:pt x="8077075" y="5475562"/>
                </a:lnTo>
                <a:lnTo>
                  <a:pt x="7915670" y="5468917"/>
                </a:lnTo>
                <a:lnTo>
                  <a:pt x="7914092" y="5467957"/>
                </a:lnTo>
                <a:lnTo>
                  <a:pt x="7894412" y="5467957"/>
                </a:lnTo>
                <a:lnTo>
                  <a:pt x="7892834" y="5468758"/>
                </a:lnTo>
                <a:lnTo>
                  <a:pt x="7727602" y="5475562"/>
                </a:lnTo>
                <a:lnTo>
                  <a:pt x="7690606" y="5480649"/>
                </a:lnTo>
                <a:lnTo>
                  <a:pt x="7624212" y="5484579"/>
                </a:lnTo>
                <a:cubicBezTo>
                  <a:pt x="7434738" y="5508001"/>
                  <a:pt x="7243868" y="5514147"/>
                  <a:pt x="7053506" y="5502949"/>
                </a:cubicBezTo>
                <a:cubicBezTo>
                  <a:pt x="6777009" y="5485453"/>
                  <a:pt x="6500117" y="5474737"/>
                  <a:pt x="6223029" y="5498574"/>
                </a:cubicBezTo>
                <a:cubicBezTo>
                  <a:pt x="6065592" y="5511916"/>
                  <a:pt x="5908157" y="5526131"/>
                  <a:pt x="5750720" y="5507761"/>
                </a:cubicBezTo>
                <a:cubicBezTo>
                  <a:pt x="5616170" y="5490965"/>
                  <a:pt x="5480520" y="5488253"/>
                  <a:pt x="5345518" y="5499668"/>
                </a:cubicBezTo>
                <a:cubicBezTo>
                  <a:pt x="5197844" y="5511040"/>
                  <a:pt x="5049616" y="5511040"/>
                  <a:pt x="4901942" y="5499668"/>
                </a:cubicBezTo>
                <a:cubicBezTo>
                  <a:pt x="4760445" y="5490920"/>
                  <a:pt x="4618556" y="5476268"/>
                  <a:pt x="4477454" y="5492013"/>
                </a:cubicBezTo>
                <a:cubicBezTo>
                  <a:pt x="4279085" y="5513884"/>
                  <a:pt x="4081305" y="5506667"/>
                  <a:pt x="3883329" y="5493326"/>
                </a:cubicBezTo>
                <a:cubicBezTo>
                  <a:pt x="3719792" y="5482391"/>
                  <a:pt x="3555664" y="5466425"/>
                  <a:pt x="3392914" y="5492233"/>
                </a:cubicBezTo>
                <a:cubicBezTo>
                  <a:pt x="3175771" y="5523222"/>
                  <a:pt x="2956480" y="5531206"/>
                  <a:pt x="2737979" y="5516072"/>
                </a:cubicBezTo>
                <a:cubicBezTo>
                  <a:pt x="2289680" y="5492670"/>
                  <a:pt x="1840986" y="5498574"/>
                  <a:pt x="1392489" y="5480641"/>
                </a:cubicBezTo>
                <a:cubicBezTo>
                  <a:pt x="1244499" y="5474519"/>
                  <a:pt x="1097296" y="5507322"/>
                  <a:pt x="949699" y="5509072"/>
                </a:cubicBezTo>
                <a:cubicBezTo>
                  <a:pt x="684469" y="5512352"/>
                  <a:pt x="418241" y="5493120"/>
                  <a:pt x="151598" y="5492249"/>
                </a:cubicBezTo>
                <a:lnTo>
                  <a:pt x="1415" y="5496057"/>
                </a:lnTo>
                <a:lnTo>
                  <a:pt x="3772" y="5431261"/>
                </a:lnTo>
                <a:cubicBezTo>
                  <a:pt x="7163" y="5398149"/>
                  <a:pt x="12808" y="5364994"/>
                  <a:pt x="20909" y="5331792"/>
                </a:cubicBezTo>
                <a:cubicBezTo>
                  <a:pt x="51502" y="5208362"/>
                  <a:pt x="50009" y="5079152"/>
                  <a:pt x="16572" y="4956462"/>
                </a:cubicBezTo>
                <a:cubicBezTo>
                  <a:pt x="9172" y="4924695"/>
                  <a:pt x="4643" y="4892329"/>
                  <a:pt x="3048" y="4859758"/>
                </a:cubicBezTo>
                <a:cubicBezTo>
                  <a:pt x="-7031" y="4740857"/>
                  <a:pt x="9937" y="4623614"/>
                  <a:pt x="24098" y="4506116"/>
                </a:cubicBezTo>
                <a:cubicBezTo>
                  <a:pt x="33539" y="4431228"/>
                  <a:pt x="47955" y="4355575"/>
                  <a:pt x="24098" y="4281453"/>
                </a:cubicBezTo>
                <a:cubicBezTo>
                  <a:pt x="7755" y="4229797"/>
                  <a:pt x="4120" y="4174965"/>
                  <a:pt x="13510" y="4121600"/>
                </a:cubicBezTo>
                <a:cubicBezTo>
                  <a:pt x="29342" y="4026887"/>
                  <a:pt x="32646" y="3930503"/>
                  <a:pt x="23333" y="3834935"/>
                </a:cubicBezTo>
                <a:cubicBezTo>
                  <a:pt x="17184" y="3771925"/>
                  <a:pt x="18128" y="3708417"/>
                  <a:pt x="26140" y="3645611"/>
                </a:cubicBezTo>
                <a:cubicBezTo>
                  <a:pt x="36728" y="3561155"/>
                  <a:pt x="53186" y="3475168"/>
                  <a:pt x="33156" y="3390458"/>
                </a:cubicBezTo>
                <a:cubicBezTo>
                  <a:pt x="1262" y="3255864"/>
                  <a:pt x="7641" y="3121398"/>
                  <a:pt x="20399" y="2985784"/>
                </a:cubicBezTo>
                <a:cubicBezTo>
                  <a:pt x="29967" y="2884871"/>
                  <a:pt x="40556" y="2782810"/>
                  <a:pt x="21419" y="2680748"/>
                </a:cubicBezTo>
                <a:cubicBezTo>
                  <a:pt x="13191" y="2633392"/>
                  <a:pt x="13191" y="2584964"/>
                  <a:pt x="21419" y="2537607"/>
                </a:cubicBezTo>
                <a:cubicBezTo>
                  <a:pt x="31370" y="2473819"/>
                  <a:pt x="40811" y="2410668"/>
                  <a:pt x="28053" y="2346242"/>
                </a:cubicBezTo>
                <a:cubicBezTo>
                  <a:pt x="22440" y="2318175"/>
                  <a:pt x="18230" y="2289853"/>
                  <a:pt x="15295" y="2261531"/>
                </a:cubicBezTo>
                <a:cubicBezTo>
                  <a:pt x="9452" y="2189221"/>
                  <a:pt x="11544" y="2116502"/>
                  <a:pt x="21546" y="2044651"/>
                </a:cubicBezTo>
                <a:cubicBezTo>
                  <a:pt x="31115" y="1961216"/>
                  <a:pt x="15551" y="1877270"/>
                  <a:pt x="28308" y="1794090"/>
                </a:cubicBezTo>
                <a:cubicBezTo>
                  <a:pt x="37367" y="1727100"/>
                  <a:pt x="37711" y="1659216"/>
                  <a:pt x="29329" y="1592136"/>
                </a:cubicBezTo>
                <a:cubicBezTo>
                  <a:pt x="14250" y="1465325"/>
                  <a:pt x="15193" y="1337123"/>
                  <a:pt x="32135" y="1210554"/>
                </a:cubicBezTo>
                <a:cubicBezTo>
                  <a:pt x="42597" y="1136687"/>
                  <a:pt x="48593" y="1060652"/>
                  <a:pt x="29839" y="988188"/>
                </a:cubicBezTo>
                <a:cubicBezTo>
                  <a:pt x="-14303" y="817873"/>
                  <a:pt x="11468" y="647303"/>
                  <a:pt x="29839" y="477881"/>
                </a:cubicBezTo>
                <a:cubicBezTo>
                  <a:pt x="41002" y="386894"/>
                  <a:pt x="41258" y="294898"/>
                  <a:pt x="30605" y="203847"/>
                </a:cubicBezTo>
                <a:lnTo>
                  <a:pt x="17136" y="42362"/>
                </a:lnTo>
                <a:lnTo>
                  <a:pt x="155390" y="51827"/>
                </a:lnTo>
                <a:cubicBezTo>
                  <a:pt x="380715" y="63616"/>
                  <a:pt x="606095" y="63411"/>
                  <a:pt x="831032" y="41432"/>
                </a:cubicBezTo>
                <a:cubicBezTo>
                  <a:pt x="1107234" y="18075"/>
                  <a:pt x="1384519" y="14708"/>
                  <a:pt x="1661115" y="31372"/>
                </a:cubicBezTo>
                <a:cubicBezTo>
                  <a:pt x="1911045" y="42962"/>
                  <a:pt x="2160581" y="71395"/>
                  <a:pt x="2411103" y="47120"/>
                </a:cubicBezTo>
                <a:cubicBezTo>
                  <a:pt x="2497298" y="38807"/>
                  <a:pt x="2581920" y="18689"/>
                  <a:pt x="2668707" y="14096"/>
                </a:cubicBezTo>
                <a:cubicBezTo>
                  <a:pt x="3075287" y="-7775"/>
                  <a:pt x="3480488" y="25030"/>
                  <a:pt x="3885690" y="51930"/>
                </a:cubicBezTo>
                <a:cubicBezTo>
                  <a:pt x="4033287" y="61770"/>
                  <a:pt x="4180883" y="73799"/>
                  <a:pt x="4328480" y="46900"/>
                </a:cubicBezTo>
                <a:cubicBezTo>
                  <a:pt x="4453032" y="25577"/>
                  <a:pt x="4579453" y="21181"/>
                  <a:pt x="4704949" y="33778"/>
                </a:cubicBezTo>
                <a:cubicBezTo>
                  <a:pt x="4816098" y="46376"/>
                  <a:pt x="4927939" y="49371"/>
                  <a:pt x="5039501" y="42745"/>
                </a:cubicBezTo>
                <a:cubicBezTo>
                  <a:pt x="5342568" y="15407"/>
                  <a:pt x="5645828" y="318"/>
                  <a:pt x="5949681" y="536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33219261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rázok 3">
            <a:extLst>
              <a:ext uri="{FF2B5EF4-FFF2-40B4-BE49-F238E27FC236}">
                <a16:creationId xmlns:a16="http://schemas.microsoft.com/office/drawing/2014/main" id="{968EE2E1-4EDB-5874-033D-4427B54CC8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611" y="643466"/>
            <a:ext cx="10364778" cy="5571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03017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AD992C6-E793-C744-1E6D-4F72471783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rázok 1">
            <a:extLst>
              <a:ext uri="{FF2B5EF4-FFF2-40B4-BE49-F238E27FC236}">
                <a16:creationId xmlns:a16="http://schemas.microsoft.com/office/drawing/2014/main" id="{D074AF15-5239-2A88-9EF7-AC4343E2B4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611" y="643466"/>
            <a:ext cx="10364778" cy="5571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88211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A2C1675-BA4B-6731-B2C8-9FAE36DEFF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rázok 1">
            <a:extLst>
              <a:ext uri="{FF2B5EF4-FFF2-40B4-BE49-F238E27FC236}">
                <a16:creationId xmlns:a16="http://schemas.microsoft.com/office/drawing/2014/main" id="{5FB2CE14-B4C5-CA45-FFEF-150E2759F8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611" y="643466"/>
            <a:ext cx="10364778" cy="5571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331354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1023CF0-08EC-2CF6-8682-9F177DC9E5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rázok 1">
            <a:extLst>
              <a:ext uri="{FF2B5EF4-FFF2-40B4-BE49-F238E27FC236}">
                <a16:creationId xmlns:a16="http://schemas.microsoft.com/office/drawing/2014/main" id="{3E892DCA-269B-E679-E4D5-D83AF61AEE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611" y="643466"/>
            <a:ext cx="10364778" cy="5571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357517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93DDACC-B4E4-0229-BB70-A349855F15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rázok 1">
            <a:extLst>
              <a:ext uri="{FF2B5EF4-FFF2-40B4-BE49-F238E27FC236}">
                <a16:creationId xmlns:a16="http://schemas.microsoft.com/office/drawing/2014/main" id="{321359F5-0790-E6BB-09F4-3575919788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611" y="643466"/>
            <a:ext cx="10364778" cy="5571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985954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20DE55A-DE79-C0F4-8890-60150FA704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rázok 1">
            <a:extLst>
              <a:ext uri="{FF2B5EF4-FFF2-40B4-BE49-F238E27FC236}">
                <a16:creationId xmlns:a16="http://schemas.microsoft.com/office/drawing/2014/main" id="{79E33A6D-6DED-1890-2129-A124E45276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611" y="643466"/>
            <a:ext cx="10364778" cy="5571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317983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9C218AF-744A-0C3C-9CF4-13098A1FFF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rázok 1">
            <a:extLst>
              <a:ext uri="{FF2B5EF4-FFF2-40B4-BE49-F238E27FC236}">
                <a16:creationId xmlns:a16="http://schemas.microsoft.com/office/drawing/2014/main" id="{AECEE25B-86D7-F35D-B165-2AA8A74AC5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611" y="643466"/>
            <a:ext cx="10364778" cy="5571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97956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AE2BAAB-C54E-EAE0-499A-F181B237CE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rázok 1">
            <a:extLst>
              <a:ext uri="{FF2B5EF4-FFF2-40B4-BE49-F238E27FC236}">
                <a16:creationId xmlns:a16="http://schemas.microsoft.com/office/drawing/2014/main" id="{EB7F14C7-C243-8E4A-3D8F-7661B7B652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611" y="643466"/>
            <a:ext cx="10364778" cy="5571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68436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E336CB7-C6DE-4827-703E-001632C4EE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rázok 1">
            <a:extLst>
              <a:ext uri="{FF2B5EF4-FFF2-40B4-BE49-F238E27FC236}">
                <a16:creationId xmlns:a16="http://schemas.microsoft.com/office/drawing/2014/main" id="{5ACF3891-5D0A-4A01-9FC9-A29C442EB8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611" y="643466"/>
            <a:ext cx="10364778" cy="5571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794194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6" name="Rectangle 1035">
            <a:extLst>
              <a:ext uri="{FF2B5EF4-FFF2-40B4-BE49-F238E27FC236}">
                <a16:creationId xmlns:a16="http://schemas.microsoft.com/office/drawing/2014/main" id="{99F1FFA9-D672-408C-9220-ADEEC6ABDD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8" name="Picture 4" descr="Dota 2 Gameplay - HD">
            <a:extLst>
              <a:ext uri="{FF2B5EF4-FFF2-40B4-BE49-F238E27FC236}">
                <a16:creationId xmlns:a16="http://schemas.microsoft.com/office/drawing/2014/main" id="{96387D1F-6F80-1ACF-5CCC-6B736BF2F3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70" r="-1" b="8608"/>
          <a:stretch>
            <a:fillRect/>
          </a:stretch>
        </p:blipFill>
        <p:spPr bwMode="auto">
          <a:xfrm>
            <a:off x="4904316" y="-4"/>
            <a:ext cx="7287684" cy="3694372"/>
          </a:xfrm>
          <a:custGeom>
            <a:avLst/>
            <a:gdLst/>
            <a:ahLst/>
            <a:cxnLst/>
            <a:rect l="l" t="t" r="r" b="b"/>
            <a:pathLst>
              <a:path w="7287684" h="3694372">
                <a:moveTo>
                  <a:pt x="1047969" y="0"/>
                </a:moveTo>
                <a:lnTo>
                  <a:pt x="7287684" y="0"/>
                </a:lnTo>
                <a:lnTo>
                  <a:pt x="7287684" y="814388"/>
                </a:lnTo>
                <a:lnTo>
                  <a:pt x="7287684" y="3694372"/>
                </a:lnTo>
                <a:lnTo>
                  <a:pt x="471411" y="3694372"/>
                </a:lnTo>
                <a:lnTo>
                  <a:pt x="470992" y="3686621"/>
                </a:lnTo>
                <a:cubicBezTo>
                  <a:pt x="458999" y="3642419"/>
                  <a:pt x="427907" y="3602236"/>
                  <a:pt x="376383" y="3554015"/>
                </a:cubicBezTo>
                <a:cubicBezTo>
                  <a:pt x="315976" y="3500438"/>
                  <a:pt x="255568" y="3454003"/>
                  <a:pt x="170288" y="3407569"/>
                </a:cubicBezTo>
                <a:cubicBezTo>
                  <a:pt x="365723" y="3382565"/>
                  <a:pt x="163181" y="3296841"/>
                  <a:pt x="230695" y="3243263"/>
                </a:cubicBezTo>
                <a:cubicBezTo>
                  <a:pt x="369276" y="3221831"/>
                  <a:pt x="479431" y="3393282"/>
                  <a:pt x="667759" y="3343275"/>
                </a:cubicBezTo>
                <a:cubicBezTo>
                  <a:pt x="440344" y="3196828"/>
                  <a:pt x="184501" y="3150393"/>
                  <a:pt x="17493" y="2953940"/>
                </a:cubicBezTo>
                <a:cubicBezTo>
                  <a:pt x="56580" y="2911078"/>
                  <a:pt x="95667" y="2953940"/>
                  <a:pt x="127647" y="2936081"/>
                </a:cubicBezTo>
                <a:cubicBezTo>
                  <a:pt x="127647" y="2925365"/>
                  <a:pt x="500751" y="2993232"/>
                  <a:pt x="522071" y="2714625"/>
                </a:cubicBezTo>
                <a:cubicBezTo>
                  <a:pt x="529178" y="2714625"/>
                  <a:pt x="536285" y="2714625"/>
                  <a:pt x="543391" y="2703909"/>
                </a:cubicBezTo>
                <a:cubicBezTo>
                  <a:pt x="582478" y="2664619"/>
                  <a:pt x="546945" y="2571750"/>
                  <a:pt x="610905" y="2564606"/>
                </a:cubicBezTo>
                <a:cubicBezTo>
                  <a:pt x="681973" y="2557462"/>
                  <a:pt x="749487" y="2525315"/>
                  <a:pt x="824107" y="2543175"/>
                </a:cubicBezTo>
                <a:cubicBezTo>
                  <a:pt x="880961" y="2557462"/>
                  <a:pt x="941368" y="2575322"/>
                  <a:pt x="1001776" y="2575322"/>
                </a:cubicBezTo>
                <a:cubicBezTo>
                  <a:pt x="1065736" y="2575322"/>
                  <a:pt x="1154570" y="2696766"/>
                  <a:pt x="1193658" y="2536031"/>
                </a:cubicBezTo>
                <a:cubicBezTo>
                  <a:pt x="1193658" y="2528888"/>
                  <a:pt x="1303812" y="2546747"/>
                  <a:pt x="1364219" y="2553891"/>
                </a:cubicBezTo>
                <a:cubicBezTo>
                  <a:pt x="1413966" y="2561035"/>
                  <a:pt x="1474374" y="2593181"/>
                  <a:pt x="1509907" y="2528888"/>
                </a:cubicBezTo>
                <a:cubicBezTo>
                  <a:pt x="1527674" y="2489596"/>
                  <a:pt x="1442393" y="2418159"/>
                  <a:pt x="1367772" y="2411015"/>
                </a:cubicBezTo>
                <a:cubicBezTo>
                  <a:pt x="1300259" y="2403872"/>
                  <a:pt x="1232745" y="2396728"/>
                  <a:pt x="1168784" y="2411015"/>
                </a:cubicBezTo>
                <a:cubicBezTo>
                  <a:pt x="1090610" y="2428875"/>
                  <a:pt x="1047969" y="2400300"/>
                  <a:pt x="1026649" y="2336007"/>
                </a:cubicBezTo>
                <a:cubicBezTo>
                  <a:pt x="1001776" y="2268141"/>
                  <a:pt x="955582" y="2232422"/>
                  <a:pt x="891621" y="2200275"/>
                </a:cubicBezTo>
                <a:cubicBezTo>
                  <a:pt x="735273" y="2121694"/>
                  <a:pt x="586032" y="2028825"/>
                  <a:pt x="415470" y="1982390"/>
                </a:cubicBezTo>
                <a:cubicBezTo>
                  <a:pt x="383490" y="1975246"/>
                  <a:pt x="344403" y="1960959"/>
                  <a:pt x="330189" y="1900238"/>
                </a:cubicBezTo>
                <a:cubicBezTo>
                  <a:pt x="792127" y="1993106"/>
                  <a:pt x="1211424" y="2232422"/>
                  <a:pt x="1687576" y="2218135"/>
                </a:cubicBezTo>
                <a:cubicBezTo>
                  <a:pt x="1559654" y="2143125"/>
                  <a:pt x="1406860" y="2139554"/>
                  <a:pt x="1268278" y="2085975"/>
                </a:cubicBezTo>
                <a:cubicBezTo>
                  <a:pt x="1367772" y="2046685"/>
                  <a:pt x="1460160" y="2089547"/>
                  <a:pt x="1552548" y="2110978"/>
                </a:cubicBezTo>
                <a:cubicBezTo>
                  <a:pt x="1630722" y="2128837"/>
                  <a:pt x="1701789" y="2132410"/>
                  <a:pt x="1708896" y="2021681"/>
                </a:cubicBezTo>
                <a:cubicBezTo>
                  <a:pt x="1708896" y="2010965"/>
                  <a:pt x="1708896" y="2003821"/>
                  <a:pt x="1708896" y="1993106"/>
                </a:cubicBezTo>
                <a:cubicBezTo>
                  <a:pt x="1680469" y="1946672"/>
                  <a:pt x="1641382" y="1925240"/>
                  <a:pt x="1591635" y="1910953"/>
                </a:cubicBezTo>
                <a:cubicBezTo>
                  <a:pt x="1563208" y="1903809"/>
                  <a:pt x="1524121" y="1889522"/>
                  <a:pt x="1524121" y="1857375"/>
                </a:cubicBezTo>
                <a:cubicBezTo>
                  <a:pt x="1527674" y="1735931"/>
                  <a:pt x="1431733" y="1700212"/>
                  <a:pt x="1339346" y="1664493"/>
                </a:cubicBezTo>
                <a:cubicBezTo>
                  <a:pt x="1389093" y="1603772"/>
                  <a:pt x="1431733" y="1646635"/>
                  <a:pt x="1470820" y="1643062"/>
                </a:cubicBezTo>
                <a:cubicBezTo>
                  <a:pt x="1495694" y="1639491"/>
                  <a:pt x="1520567" y="1635919"/>
                  <a:pt x="1520567" y="1603772"/>
                </a:cubicBezTo>
                <a:cubicBezTo>
                  <a:pt x="1520567" y="1578769"/>
                  <a:pt x="1509907" y="1546622"/>
                  <a:pt x="1485034" y="1546622"/>
                </a:cubicBezTo>
                <a:cubicBezTo>
                  <a:pt x="1328686" y="1543050"/>
                  <a:pt x="1239851" y="1371600"/>
                  <a:pt x="1076396" y="1371600"/>
                </a:cubicBezTo>
                <a:cubicBezTo>
                  <a:pt x="976902" y="1371600"/>
                  <a:pt x="1126144" y="1275159"/>
                  <a:pt x="1044416" y="1235869"/>
                </a:cubicBezTo>
                <a:cubicBezTo>
                  <a:pt x="1026649" y="1225153"/>
                  <a:pt x="1094163" y="1210866"/>
                  <a:pt x="1122590" y="1214437"/>
                </a:cubicBezTo>
                <a:cubicBezTo>
                  <a:pt x="1151017" y="1218009"/>
                  <a:pt x="1175891" y="1243013"/>
                  <a:pt x="1211424" y="1225153"/>
                </a:cubicBezTo>
                <a:cubicBezTo>
                  <a:pt x="1229191" y="1160860"/>
                  <a:pt x="1182997" y="1135856"/>
                  <a:pt x="1140357" y="1117997"/>
                </a:cubicBezTo>
                <a:cubicBezTo>
                  <a:pt x="1047969" y="1075135"/>
                  <a:pt x="955582" y="1025129"/>
                  <a:pt x="852534" y="1010841"/>
                </a:cubicBezTo>
                <a:cubicBezTo>
                  <a:pt x="817001" y="1007269"/>
                  <a:pt x="795680" y="989409"/>
                  <a:pt x="799234" y="953690"/>
                </a:cubicBezTo>
                <a:cubicBezTo>
                  <a:pt x="806340" y="907256"/>
                  <a:pt x="841874" y="921544"/>
                  <a:pt x="870301" y="925115"/>
                </a:cubicBezTo>
                <a:cubicBezTo>
                  <a:pt x="888068" y="928688"/>
                  <a:pt x="905835" y="939403"/>
                  <a:pt x="923602" y="914400"/>
                </a:cubicBezTo>
                <a:cubicBezTo>
                  <a:pt x="611794" y="724198"/>
                  <a:pt x="409919" y="684684"/>
                  <a:pt x="132090" y="589415"/>
                </a:cubicBezTo>
                <a:lnTo>
                  <a:pt x="31922" y="552917"/>
                </a:lnTo>
                <a:lnTo>
                  <a:pt x="26859" y="541335"/>
                </a:lnTo>
                <a:cubicBezTo>
                  <a:pt x="20137" y="534929"/>
                  <a:pt x="8953" y="532232"/>
                  <a:pt x="0" y="527681"/>
                </a:cubicBezTo>
                <a:cubicBezTo>
                  <a:pt x="5969" y="516305"/>
                  <a:pt x="7617" y="502963"/>
                  <a:pt x="17905" y="493550"/>
                </a:cubicBezTo>
                <a:cubicBezTo>
                  <a:pt x="23947" y="488022"/>
                  <a:pt x="35344" y="487159"/>
                  <a:pt x="44763" y="486724"/>
                </a:cubicBezTo>
                <a:lnTo>
                  <a:pt x="165722" y="483650"/>
                </a:lnTo>
                <a:lnTo>
                  <a:pt x="193385" y="498723"/>
                </a:lnTo>
                <a:cubicBezTo>
                  <a:pt x="210263" y="511671"/>
                  <a:pt x="227142" y="525066"/>
                  <a:pt x="315976" y="535781"/>
                </a:cubicBezTo>
                <a:cubicBezTo>
                  <a:pt x="401257" y="546497"/>
                  <a:pt x="479431" y="582216"/>
                  <a:pt x="575372" y="525066"/>
                </a:cubicBezTo>
                <a:cubicBezTo>
                  <a:pt x="639332" y="485775"/>
                  <a:pt x="742380" y="528637"/>
                  <a:pt x="820554" y="560785"/>
                </a:cubicBezTo>
                <a:cubicBezTo>
                  <a:pt x="884515" y="589360"/>
                  <a:pt x="948475" y="596503"/>
                  <a:pt x="1033756" y="560785"/>
                </a:cubicBezTo>
                <a:cubicBezTo>
                  <a:pt x="955582" y="539354"/>
                  <a:pt x="895175" y="521494"/>
                  <a:pt x="834767" y="507206"/>
                </a:cubicBezTo>
                <a:cubicBezTo>
                  <a:pt x="785020" y="496491"/>
                  <a:pt x="756593" y="471488"/>
                  <a:pt x="760147" y="417909"/>
                </a:cubicBezTo>
                <a:cubicBezTo>
                  <a:pt x="760147" y="389334"/>
                  <a:pt x="749487" y="350044"/>
                  <a:pt x="785020" y="335757"/>
                </a:cubicBezTo>
                <a:cubicBezTo>
                  <a:pt x="813447" y="321469"/>
                  <a:pt x="852534" y="335757"/>
                  <a:pt x="866748" y="360759"/>
                </a:cubicBezTo>
                <a:cubicBezTo>
                  <a:pt x="884515" y="407194"/>
                  <a:pt x="902281" y="450056"/>
                  <a:pt x="962689" y="453629"/>
                </a:cubicBezTo>
                <a:cubicBezTo>
                  <a:pt x="1044416" y="460771"/>
                  <a:pt x="998222" y="432197"/>
                  <a:pt x="984009" y="396478"/>
                </a:cubicBezTo>
                <a:cubicBezTo>
                  <a:pt x="969795" y="357188"/>
                  <a:pt x="1012436" y="346472"/>
                  <a:pt x="1040863" y="353615"/>
                </a:cubicBezTo>
                <a:cubicBezTo>
                  <a:pt x="1147464" y="385763"/>
                  <a:pt x="1257618" y="328613"/>
                  <a:pt x="1367772" y="375047"/>
                </a:cubicBezTo>
                <a:cubicBezTo>
                  <a:pt x="1339346" y="260747"/>
                  <a:pt x="1278938" y="210741"/>
                  <a:pt x="1151017" y="192881"/>
                </a:cubicBezTo>
                <a:cubicBezTo>
                  <a:pt x="1104823" y="189310"/>
                  <a:pt x="1055076" y="196453"/>
                  <a:pt x="1012436" y="164306"/>
                </a:cubicBezTo>
                <a:cubicBezTo>
                  <a:pt x="987562" y="146447"/>
                  <a:pt x="962689" y="125016"/>
                  <a:pt x="980456" y="89297"/>
                </a:cubicBezTo>
                <a:cubicBezTo>
                  <a:pt x="991116" y="64294"/>
                  <a:pt x="1019542" y="64294"/>
                  <a:pt x="1044416" y="71437"/>
                </a:cubicBezTo>
                <a:cubicBezTo>
                  <a:pt x="1147464" y="110728"/>
                  <a:pt x="1257618" y="121444"/>
                  <a:pt x="1364219" y="135731"/>
                </a:cubicBezTo>
                <a:cubicBezTo>
                  <a:pt x="1381986" y="139303"/>
                  <a:pt x="1399753" y="146447"/>
                  <a:pt x="1417520" y="110728"/>
                </a:cubicBezTo>
                <a:cubicBezTo>
                  <a:pt x="1293152" y="78581"/>
                  <a:pt x="1172337" y="35719"/>
                  <a:pt x="1047969" y="0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16 of the best feel-good films to curl up with - Rest Less">
            <a:extLst>
              <a:ext uri="{FF2B5EF4-FFF2-40B4-BE49-F238E27FC236}">
                <a16:creationId xmlns:a16="http://schemas.microsoft.com/office/drawing/2014/main" id="{15DAE6AB-C46B-85D6-D407-0BEA988FFB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172" b="35578"/>
          <a:stretch>
            <a:fillRect/>
          </a:stretch>
        </p:blipFill>
        <p:spPr bwMode="auto">
          <a:xfrm>
            <a:off x="4726728" y="3802961"/>
            <a:ext cx="7472381" cy="3055043"/>
          </a:xfrm>
          <a:custGeom>
            <a:avLst/>
            <a:gdLst/>
            <a:ahLst/>
            <a:cxnLst/>
            <a:rect l="l" t="t" r="r" b="b"/>
            <a:pathLst>
              <a:path w="7472381" h="3055043">
                <a:moveTo>
                  <a:pt x="638975" y="0"/>
                </a:moveTo>
                <a:lnTo>
                  <a:pt x="7472381" y="0"/>
                </a:lnTo>
                <a:lnTo>
                  <a:pt x="7472381" y="2579984"/>
                </a:lnTo>
                <a:lnTo>
                  <a:pt x="7472381" y="3055043"/>
                </a:lnTo>
                <a:lnTo>
                  <a:pt x="6992676" y="3055043"/>
                </a:lnTo>
                <a:lnTo>
                  <a:pt x="1946893" y="3055043"/>
                </a:lnTo>
                <a:cubicBezTo>
                  <a:pt x="1801205" y="2983605"/>
                  <a:pt x="1662624" y="2897880"/>
                  <a:pt x="1506276" y="2855018"/>
                </a:cubicBezTo>
                <a:cubicBezTo>
                  <a:pt x="1399675" y="2826443"/>
                  <a:pt x="1296627" y="2776437"/>
                  <a:pt x="1314394" y="2626417"/>
                </a:cubicBezTo>
                <a:cubicBezTo>
                  <a:pt x="1317947" y="2583555"/>
                  <a:pt x="1289520" y="2551409"/>
                  <a:pt x="1246880" y="2562124"/>
                </a:cubicBezTo>
                <a:cubicBezTo>
                  <a:pt x="1165153" y="2583555"/>
                  <a:pt x="1126065" y="2522833"/>
                  <a:pt x="1079872" y="2476399"/>
                </a:cubicBezTo>
                <a:cubicBezTo>
                  <a:pt x="998144" y="2394247"/>
                  <a:pt x="919970" y="2308520"/>
                  <a:pt x="788495" y="2294233"/>
                </a:cubicBezTo>
                <a:cubicBezTo>
                  <a:pt x="813369" y="2229939"/>
                  <a:pt x="856009" y="2237083"/>
                  <a:pt x="895097" y="2251371"/>
                </a:cubicBezTo>
                <a:cubicBezTo>
                  <a:pt x="998144" y="2287090"/>
                  <a:pt x="1101192" y="2326380"/>
                  <a:pt x="1204239" y="2362099"/>
                </a:cubicBezTo>
                <a:cubicBezTo>
                  <a:pt x="1271754" y="2383530"/>
                  <a:pt x="1339267" y="2415677"/>
                  <a:pt x="1428102" y="2390674"/>
                </a:cubicBezTo>
                <a:cubicBezTo>
                  <a:pt x="1349928" y="2262087"/>
                  <a:pt x="1218453" y="2237083"/>
                  <a:pt x="1111852" y="2197793"/>
                </a:cubicBezTo>
                <a:cubicBezTo>
                  <a:pt x="980377" y="2147787"/>
                  <a:pt x="902203" y="2054918"/>
                  <a:pt x="806262" y="1947762"/>
                </a:cubicBezTo>
                <a:cubicBezTo>
                  <a:pt x="902203" y="1919187"/>
                  <a:pt x="962610" y="1997768"/>
                  <a:pt x="1040785" y="1994196"/>
                </a:cubicBezTo>
                <a:cubicBezTo>
                  <a:pt x="1044338" y="1983480"/>
                  <a:pt x="1051445" y="1962049"/>
                  <a:pt x="1051445" y="1962049"/>
                </a:cubicBezTo>
                <a:cubicBezTo>
                  <a:pt x="923523" y="1904899"/>
                  <a:pt x="866670" y="1797743"/>
                  <a:pt x="845349" y="1665583"/>
                </a:cubicBezTo>
                <a:cubicBezTo>
                  <a:pt x="838243" y="1597718"/>
                  <a:pt x="792049" y="1576287"/>
                  <a:pt x="745855" y="1544140"/>
                </a:cubicBezTo>
                <a:cubicBezTo>
                  <a:pt x="589507" y="1433411"/>
                  <a:pt x="422499" y="1333399"/>
                  <a:pt x="291024" y="1183381"/>
                </a:cubicBezTo>
                <a:cubicBezTo>
                  <a:pt x="443819" y="1201239"/>
                  <a:pt x="564633" y="1301252"/>
                  <a:pt x="724535" y="1344115"/>
                </a:cubicBezTo>
                <a:cubicBezTo>
                  <a:pt x="596614" y="1179808"/>
                  <a:pt x="429605" y="1094083"/>
                  <a:pt x="276811" y="994071"/>
                </a:cubicBezTo>
                <a:cubicBezTo>
                  <a:pt x="205743" y="947637"/>
                  <a:pt x="141783" y="890486"/>
                  <a:pt x="60055" y="865484"/>
                </a:cubicBezTo>
                <a:cubicBezTo>
                  <a:pt x="31628" y="858340"/>
                  <a:pt x="-18119" y="840481"/>
                  <a:pt x="6755" y="790474"/>
                </a:cubicBezTo>
                <a:cubicBezTo>
                  <a:pt x="28075" y="747612"/>
                  <a:pt x="67162" y="761900"/>
                  <a:pt x="102696" y="772614"/>
                </a:cubicBezTo>
                <a:cubicBezTo>
                  <a:pt x="187976" y="801190"/>
                  <a:pt x="280364" y="801190"/>
                  <a:pt x="397625" y="801190"/>
                </a:cubicBezTo>
                <a:cubicBezTo>
                  <a:pt x="298131" y="665458"/>
                  <a:pt x="116909" y="708321"/>
                  <a:pt x="31628" y="565446"/>
                </a:cubicBezTo>
                <a:cubicBezTo>
                  <a:pt x="138229" y="540444"/>
                  <a:pt x="219957" y="590450"/>
                  <a:pt x="305237" y="601165"/>
                </a:cubicBezTo>
                <a:cubicBezTo>
                  <a:pt x="383412" y="611881"/>
                  <a:pt x="401178" y="586877"/>
                  <a:pt x="383412" y="508296"/>
                </a:cubicBezTo>
                <a:cubicBezTo>
                  <a:pt x="354985" y="386853"/>
                  <a:pt x="397625" y="326130"/>
                  <a:pt x="511333" y="358278"/>
                </a:cubicBezTo>
                <a:cubicBezTo>
                  <a:pt x="617934" y="390424"/>
                  <a:pt x="628594" y="343990"/>
                  <a:pt x="600167" y="276124"/>
                </a:cubicBezTo>
                <a:cubicBezTo>
                  <a:pt x="557527" y="176112"/>
                  <a:pt x="603720" y="97531"/>
                  <a:pt x="635701" y="11805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Pravouholník 4">
            <a:extLst>
              <a:ext uri="{FF2B5EF4-FFF2-40B4-BE49-F238E27FC236}">
                <a16:creationId xmlns:a16="http://schemas.microsoft.com/office/drawing/2014/main" id="{C562DD3F-24CD-8021-5382-A97FACF0174A}"/>
              </a:ext>
            </a:extLst>
          </p:cNvPr>
          <p:cNvSpPr/>
          <p:nvPr/>
        </p:nvSpPr>
        <p:spPr>
          <a:xfrm>
            <a:off x="188692" y="1847182"/>
            <a:ext cx="4538036" cy="2585323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sk-SK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Kde potrebujeme vyššie FPS?</a:t>
            </a:r>
          </a:p>
        </p:txBody>
      </p:sp>
    </p:spTree>
    <p:extLst>
      <p:ext uri="{BB962C8B-B14F-4D97-AF65-F5344CB8AC3E}">
        <p14:creationId xmlns:p14="http://schemas.microsoft.com/office/powerpoint/2010/main" val="64742770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84B80F-716A-4045-3719-14CC4EA0BF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 descr="Dota 2 Gameplay - HD">
            <a:extLst>
              <a:ext uri="{FF2B5EF4-FFF2-40B4-BE49-F238E27FC236}">
                <a16:creationId xmlns:a16="http://schemas.microsoft.com/office/drawing/2014/main" id="{B540AE17-294B-D1C9-5EB6-9A9A2B50F8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70" r="-1" b="8608"/>
          <a:stretch>
            <a:fillRect/>
          </a:stretch>
        </p:blipFill>
        <p:spPr bwMode="auto">
          <a:xfrm>
            <a:off x="4904316" y="-4"/>
            <a:ext cx="7287684" cy="3694372"/>
          </a:xfrm>
          <a:custGeom>
            <a:avLst/>
            <a:gdLst/>
            <a:ahLst/>
            <a:cxnLst/>
            <a:rect l="l" t="t" r="r" b="b"/>
            <a:pathLst>
              <a:path w="7287684" h="3694372">
                <a:moveTo>
                  <a:pt x="1047969" y="0"/>
                </a:moveTo>
                <a:lnTo>
                  <a:pt x="7287684" y="0"/>
                </a:lnTo>
                <a:lnTo>
                  <a:pt x="7287684" y="814388"/>
                </a:lnTo>
                <a:lnTo>
                  <a:pt x="7287684" y="3694372"/>
                </a:lnTo>
                <a:lnTo>
                  <a:pt x="471411" y="3694372"/>
                </a:lnTo>
                <a:lnTo>
                  <a:pt x="470992" y="3686621"/>
                </a:lnTo>
                <a:cubicBezTo>
                  <a:pt x="458999" y="3642419"/>
                  <a:pt x="427907" y="3602236"/>
                  <a:pt x="376383" y="3554015"/>
                </a:cubicBezTo>
                <a:cubicBezTo>
                  <a:pt x="315976" y="3500438"/>
                  <a:pt x="255568" y="3454003"/>
                  <a:pt x="170288" y="3407569"/>
                </a:cubicBezTo>
                <a:cubicBezTo>
                  <a:pt x="365723" y="3382565"/>
                  <a:pt x="163181" y="3296841"/>
                  <a:pt x="230695" y="3243263"/>
                </a:cubicBezTo>
                <a:cubicBezTo>
                  <a:pt x="369276" y="3221831"/>
                  <a:pt x="479431" y="3393282"/>
                  <a:pt x="667759" y="3343275"/>
                </a:cubicBezTo>
                <a:cubicBezTo>
                  <a:pt x="440344" y="3196828"/>
                  <a:pt x="184501" y="3150393"/>
                  <a:pt x="17493" y="2953940"/>
                </a:cubicBezTo>
                <a:cubicBezTo>
                  <a:pt x="56580" y="2911078"/>
                  <a:pt x="95667" y="2953940"/>
                  <a:pt x="127647" y="2936081"/>
                </a:cubicBezTo>
                <a:cubicBezTo>
                  <a:pt x="127647" y="2925365"/>
                  <a:pt x="500751" y="2993232"/>
                  <a:pt x="522071" y="2714625"/>
                </a:cubicBezTo>
                <a:cubicBezTo>
                  <a:pt x="529178" y="2714625"/>
                  <a:pt x="536285" y="2714625"/>
                  <a:pt x="543391" y="2703909"/>
                </a:cubicBezTo>
                <a:cubicBezTo>
                  <a:pt x="582478" y="2664619"/>
                  <a:pt x="546945" y="2571750"/>
                  <a:pt x="610905" y="2564606"/>
                </a:cubicBezTo>
                <a:cubicBezTo>
                  <a:pt x="681973" y="2557462"/>
                  <a:pt x="749487" y="2525315"/>
                  <a:pt x="824107" y="2543175"/>
                </a:cubicBezTo>
                <a:cubicBezTo>
                  <a:pt x="880961" y="2557462"/>
                  <a:pt x="941368" y="2575322"/>
                  <a:pt x="1001776" y="2575322"/>
                </a:cubicBezTo>
                <a:cubicBezTo>
                  <a:pt x="1065736" y="2575322"/>
                  <a:pt x="1154570" y="2696766"/>
                  <a:pt x="1193658" y="2536031"/>
                </a:cubicBezTo>
                <a:cubicBezTo>
                  <a:pt x="1193658" y="2528888"/>
                  <a:pt x="1303812" y="2546747"/>
                  <a:pt x="1364219" y="2553891"/>
                </a:cubicBezTo>
                <a:cubicBezTo>
                  <a:pt x="1413966" y="2561035"/>
                  <a:pt x="1474374" y="2593181"/>
                  <a:pt x="1509907" y="2528888"/>
                </a:cubicBezTo>
                <a:cubicBezTo>
                  <a:pt x="1527674" y="2489596"/>
                  <a:pt x="1442393" y="2418159"/>
                  <a:pt x="1367772" y="2411015"/>
                </a:cubicBezTo>
                <a:cubicBezTo>
                  <a:pt x="1300259" y="2403872"/>
                  <a:pt x="1232745" y="2396728"/>
                  <a:pt x="1168784" y="2411015"/>
                </a:cubicBezTo>
                <a:cubicBezTo>
                  <a:pt x="1090610" y="2428875"/>
                  <a:pt x="1047969" y="2400300"/>
                  <a:pt x="1026649" y="2336007"/>
                </a:cubicBezTo>
                <a:cubicBezTo>
                  <a:pt x="1001776" y="2268141"/>
                  <a:pt x="955582" y="2232422"/>
                  <a:pt x="891621" y="2200275"/>
                </a:cubicBezTo>
                <a:cubicBezTo>
                  <a:pt x="735273" y="2121694"/>
                  <a:pt x="586032" y="2028825"/>
                  <a:pt x="415470" y="1982390"/>
                </a:cubicBezTo>
                <a:cubicBezTo>
                  <a:pt x="383490" y="1975246"/>
                  <a:pt x="344403" y="1960959"/>
                  <a:pt x="330189" y="1900238"/>
                </a:cubicBezTo>
                <a:cubicBezTo>
                  <a:pt x="792127" y="1993106"/>
                  <a:pt x="1211424" y="2232422"/>
                  <a:pt x="1687576" y="2218135"/>
                </a:cubicBezTo>
                <a:cubicBezTo>
                  <a:pt x="1559654" y="2143125"/>
                  <a:pt x="1406860" y="2139554"/>
                  <a:pt x="1268278" y="2085975"/>
                </a:cubicBezTo>
                <a:cubicBezTo>
                  <a:pt x="1367772" y="2046685"/>
                  <a:pt x="1460160" y="2089547"/>
                  <a:pt x="1552548" y="2110978"/>
                </a:cubicBezTo>
                <a:cubicBezTo>
                  <a:pt x="1630722" y="2128837"/>
                  <a:pt x="1701789" y="2132410"/>
                  <a:pt x="1708896" y="2021681"/>
                </a:cubicBezTo>
                <a:cubicBezTo>
                  <a:pt x="1708896" y="2010965"/>
                  <a:pt x="1708896" y="2003821"/>
                  <a:pt x="1708896" y="1993106"/>
                </a:cubicBezTo>
                <a:cubicBezTo>
                  <a:pt x="1680469" y="1946672"/>
                  <a:pt x="1641382" y="1925240"/>
                  <a:pt x="1591635" y="1910953"/>
                </a:cubicBezTo>
                <a:cubicBezTo>
                  <a:pt x="1563208" y="1903809"/>
                  <a:pt x="1524121" y="1889522"/>
                  <a:pt x="1524121" y="1857375"/>
                </a:cubicBezTo>
                <a:cubicBezTo>
                  <a:pt x="1527674" y="1735931"/>
                  <a:pt x="1431733" y="1700212"/>
                  <a:pt x="1339346" y="1664493"/>
                </a:cubicBezTo>
                <a:cubicBezTo>
                  <a:pt x="1389093" y="1603772"/>
                  <a:pt x="1431733" y="1646635"/>
                  <a:pt x="1470820" y="1643062"/>
                </a:cubicBezTo>
                <a:cubicBezTo>
                  <a:pt x="1495694" y="1639491"/>
                  <a:pt x="1520567" y="1635919"/>
                  <a:pt x="1520567" y="1603772"/>
                </a:cubicBezTo>
                <a:cubicBezTo>
                  <a:pt x="1520567" y="1578769"/>
                  <a:pt x="1509907" y="1546622"/>
                  <a:pt x="1485034" y="1546622"/>
                </a:cubicBezTo>
                <a:cubicBezTo>
                  <a:pt x="1328686" y="1543050"/>
                  <a:pt x="1239851" y="1371600"/>
                  <a:pt x="1076396" y="1371600"/>
                </a:cubicBezTo>
                <a:cubicBezTo>
                  <a:pt x="976902" y="1371600"/>
                  <a:pt x="1126144" y="1275159"/>
                  <a:pt x="1044416" y="1235869"/>
                </a:cubicBezTo>
                <a:cubicBezTo>
                  <a:pt x="1026649" y="1225153"/>
                  <a:pt x="1094163" y="1210866"/>
                  <a:pt x="1122590" y="1214437"/>
                </a:cubicBezTo>
                <a:cubicBezTo>
                  <a:pt x="1151017" y="1218009"/>
                  <a:pt x="1175891" y="1243013"/>
                  <a:pt x="1211424" y="1225153"/>
                </a:cubicBezTo>
                <a:cubicBezTo>
                  <a:pt x="1229191" y="1160860"/>
                  <a:pt x="1182997" y="1135856"/>
                  <a:pt x="1140357" y="1117997"/>
                </a:cubicBezTo>
                <a:cubicBezTo>
                  <a:pt x="1047969" y="1075135"/>
                  <a:pt x="955582" y="1025129"/>
                  <a:pt x="852534" y="1010841"/>
                </a:cubicBezTo>
                <a:cubicBezTo>
                  <a:pt x="817001" y="1007269"/>
                  <a:pt x="795680" y="989409"/>
                  <a:pt x="799234" y="953690"/>
                </a:cubicBezTo>
                <a:cubicBezTo>
                  <a:pt x="806340" y="907256"/>
                  <a:pt x="841874" y="921544"/>
                  <a:pt x="870301" y="925115"/>
                </a:cubicBezTo>
                <a:cubicBezTo>
                  <a:pt x="888068" y="928688"/>
                  <a:pt x="905835" y="939403"/>
                  <a:pt x="923602" y="914400"/>
                </a:cubicBezTo>
                <a:cubicBezTo>
                  <a:pt x="611794" y="724198"/>
                  <a:pt x="409919" y="684684"/>
                  <a:pt x="132090" y="589415"/>
                </a:cubicBezTo>
                <a:lnTo>
                  <a:pt x="31922" y="552917"/>
                </a:lnTo>
                <a:lnTo>
                  <a:pt x="26859" y="541335"/>
                </a:lnTo>
                <a:cubicBezTo>
                  <a:pt x="20137" y="534929"/>
                  <a:pt x="8953" y="532232"/>
                  <a:pt x="0" y="527681"/>
                </a:cubicBezTo>
                <a:cubicBezTo>
                  <a:pt x="5969" y="516305"/>
                  <a:pt x="7617" y="502963"/>
                  <a:pt x="17905" y="493550"/>
                </a:cubicBezTo>
                <a:cubicBezTo>
                  <a:pt x="23947" y="488022"/>
                  <a:pt x="35344" y="487159"/>
                  <a:pt x="44763" y="486724"/>
                </a:cubicBezTo>
                <a:lnTo>
                  <a:pt x="165722" y="483650"/>
                </a:lnTo>
                <a:lnTo>
                  <a:pt x="193385" y="498723"/>
                </a:lnTo>
                <a:cubicBezTo>
                  <a:pt x="210263" y="511671"/>
                  <a:pt x="227142" y="525066"/>
                  <a:pt x="315976" y="535781"/>
                </a:cubicBezTo>
                <a:cubicBezTo>
                  <a:pt x="401257" y="546497"/>
                  <a:pt x="479431" y="582216"/>
                  <a:pt x="575372" y="525066"/>
                </a:cubicBezTo>
                <a:cubicBezTo>
                  <a:pt x="639332" y="485775"/>
                  <a:pt x="742380" y="528637"/>
                  <a:pt x="820554" y="560785"/>
                </a:cubicBezTo>
                <a:cubicBezTo>
                  <a:pt x="884515" y="589360"/>
                  <a:pt x="948475" y="596503"/>
                  <a:pt x="1033756" y="560785"/>
                </a:cubicBezTo>
                <a:cubicBezTo>
                  <a:pt x="955582" y="539354"/>
                  <a:pt x="895175" y="521494"/>
                  <a:pt x="834767" y="507206"/>
                </a:cubicBezTo>
                <a:cubicBezTo>
                  <a:pt x="785020" y="496491"/>
                  <a:pt x="756593" y="471488"/>
                  <a:pt x="760147" y="417909"/>
                </a:cubicBezTo>
                <a:cubicBezTo>
                  <a:pt x="760147" y="389334"/>
                  <a:pt x="749487" y="350044"/>
                  <a:pt x="785020" y="335757"/>
                </a:cubicBezTo>
                <a:cubicBezTo>
                  <a:pt x="813447" y="321469"/>
                  <a:pt x="852534" y="335757"/>
                  <a:pt x="866748" y="360759"/>
                </a:cubicBezTo>
                <a:cubicBezTo>
                  <a:pt x="884515" y="407194"/>
                  <a:pt x="902281" y="450056"/>
                  <a:pt x="962689" y="453629"/>
                </a:cubicBezTo>
                <a:cubicBezTo>
                  <a:pt x="1044416" y="460771"/>
                  <a:pt x="998222" y="432197"/>
                  <a:pt x="984009" y="396478"/>
                </a:cubicBezTo>
                <a:cubicBezTo>
                  <a:pt x="969795" y="357188"/>
                  <a:pt x="1012436" y="346472"/>
                  <a:pt x="1040863" y="353615"/>
                </a:cubicBezTo>
                <a:cubicBezTo>
                  <a:pt x="1147464" y="385763"/>
                  <a:pt x="1257618" y="328613"/>
                  <a:pt x="1367772" y="375047"/>
                </a:cubicBezTo>
                <a:cubicBezTo>
                  <a:pt x="1339346" y="260747"/>
                  <a:pt x="1278938" y="210741"/>
                  <a:pt x="1151017" y="192881"/>
                </a:cubicBezTo>
                <a:cubicBezTo>
                  <a:pt x="1104823" y="189310"/>
                  <a:pt x="1055076" y="196453"/>
                  <a:pt x="1012436" y="164306"/>
                </a:cubicBezTo>
                <a:cubicBezTo>
                  <a:pt x="987562" y="146447"/>
                  <a:pt x="962689" y="125016"/>
                  <a:pt x="980456" y="89297"/>
                </a:cubicBezTo>
                <a:cubicBezTo>
                  <a:pt x="991116" y="64294"/>
                  <a:pt x="1019542" y="64294"/>
                  <a:pt x="1044416" y="71437"/>
                </a:cubicBezTo>
                <a:cubicBezTo>
                  <a:pt x="1147464" y="110728"/>
                  <a:pt x="1257618" y="121444"/>
                  <a:pt x="1364219" y="135731"/>
                </a:cubicBezTo>
                <a:cubicBezTo>
                  <a:pt x="1381986" y="139303"/>
                  <a:pt x="1399753" y="146447"/>
                  <a:pt x="1417520" y="110728"/>
                </a:cubicBezTo>
                <a:cubicBezTo>
                  <a:pt x="1293152" y="78581"/>
                  <a:pt x="1172337" y="35719"/>
                  <a:pt x="1047969" y="0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16 of the best feel-good films to curl up with - Rest Less">
            <a:extLst>
              <a:ext uri="{FF2B5EF4-FFF2-40B4-BE49-F238E27FC236}">
                <a16:creationId xmlns:a16="http://schemas.microsoft.com/office/drawing/2014/main" id="{DD001AD5-9818-0F0B-5EA8-ED21A1B94B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172" b="35578"/>
          <a:stretch>
            <a:fillRect/>
          </a:stretch>
        </p:blipFill>
        <p:spPr bwMode="auto">
          <a:xfrm>
            <a:off x="4726728" y="3802961"/>
            <a:ext cx="7472381" cy="3055043"/>
          </a:xfrm>
          <a:custGeom>
            <a:avLst/>
            <a:gdLst/>
            <a:ahLst/>
            <a:cxnLst/>
            <a:rect l="l" t="t" r="r" b="b"/>
            <a:pathLst>
              <a:path w="7472381" h="3055043">
                <a:moveTo>
                  <a:pt x="638975" y="0"/>
                </a:moveTo>
                <a:lnTo>
                  <a:pt x="7472381" y="0"/>
                </a:lnTo>
                <a:lnTo>
                  <a:pt x="7472381" y="2579984"/>
                </a:lnTo>
                <a:lnTo>
                  <a:pt x="7472381" y="3055043"/>
                </a:lnTo>
                <a:lnTo>
                  <a:pt x="6992676" y="3055043"/>
                </a:lnTo>
                <a:lnTo>
                  <a:pt x="1946893" y="3055043"/>
                </a:lnTo>
                <a:cubicBezTo>
                  <a:pt x="1801205" y="2983605"/>
                  <a:pt x="1662624" y="2897880"/>
                  <a:pt x="1506276" y="2855018"/>
                </a:cubicBezTo>
                <a:cubicBezTo>
                  <a:pt x="1399675" y="2826443"/>
                  <a:pt x="1296627" y="2776437"/>
                  <a:pt x="1314394" y="2626417"/>
                </a:cubicBezTo>
                <a:cubicBezTo>
                  <a:pt x="1317947" y="2583555"/>
                  <a:pt x="1289520" y="2551409"/>
                  <a:pt x="1246880" y="2562124"/>
                </a:cubicBezTo>
                <a:cubicBezTo>
                  <a:pt x="1165153" y="2583555"/>
                  <a:pt x="1126065" y="2522833"/>
                  <a:pt x="1079872" y="2476399"/>
                </a:cubicBezTo>
                <a:cubicBezTo>
                  <a:pt x="998144" y="2394247"/>
                  <a:pt x="919970" y="2308520"/>
                  <a:pt x="788495" y="2294233"/>
                </a:cubicBezTo>
                <a:cubicBezTo>
                  <a:pt x="813369" y="2229939"/>
                  <a:pt x="856009" y="2237083"/>
                  <a:pt x="895097" y="2251371"/>
                </a:cubicBezTo>
                <a:cubicBezTo>
                  <a:pt x="998144" y="2287090"/>
                  <a:pt x="1101192" y="2326380"/>
                  <a:pt x="1204239" y="2362099"/>
                </a:cubicBezTo>
                <a:cubicBezTo>
                  <a:pt x="1271754" y="2383530"/>
                  <a:pt x="1339267" y="2415677"/>
                  <a:pt x="1428102" y="2390674"/>
                </a:cubicBezTo>
                <a:cubicBezTo>
                  <a:pt x="1349928" y="2262087"/>
                  <a:pt x="1218453" y="2237083"/>
                  <a:pt x="1111852" y="2197793"/>
                </a:cubicBezTo>
                <a:cubicBezTo>
                  <a:pt x="980377" y="2147787"/>
                  <a:pt x="902203" y="2054918"/>
                  <a:pt x="806262" y="1947762"/>
                </a:cubicBezTo>
                <a:cubicBezTo>
                  <a:pt x="902203" y="1919187"/>
                  <a:pt x="962610" y="1997768"/>
                  <a:pt x="1040785" y="1994196"/>
                </a:cubicBezTo>
                <a:cubicBezTo>
                  <a:pt x="1044338" y="1983480"/>
                  <a:pt x="1051445" y="1962049"/>
                  <a:pt x="1051445" y="1962049"/>
                </a:cubicBezTo>
                <a:cubicBezTo>
                  <a:pt x="923523" y="1904899"/>
                  <a:pt x="866670" y="1797743"/>
                  <a:pt x="845349" y="1665583"/>
                </a:cubicBezTo>
                <a:cubicBezTo>
                  <a:pt x="838243" y="1597718"/>
                  <a:pt x="792049" y="1576287"/>
                  <a:pt x="745855" y="1544140"/>
                </a:cubicBezTo>
                <a:cubicBezTo>
                  <a:pt x="589507" y="1433411"/>
                  <a:pt x="422499" y="1333399"/>
                  <a:pt x="291024" y="1183381"/>
                </a:cubicBezTo>
                <a:cubicBezTo>
                  <a:pt x="443819" y="1201239"/>
                  <a:pt x="564633" y="1301252"/>
                  <a:pt x="724535" y="1344115"/>
                </a:cubicBezTo>
                <a:cubicBezTo>
                  <a:pt x="596614" y="1179808"/>
                  <a:pt x="429605" y="1094083"/>
                  <a:pt x="276811" y="994071"/>
                </a:cubicBezTo>
                <a:cubicBezTo>
                  <a:pt x="205743" y="947637"/>
                  <a:pt x="141783" y="890486"/>
                  <a:pt x="60055" y="865484"/>
                </a:cubicBezTo>
                <a:cubicBezTo>
                  <a:pt x="31628" y="858340"/>
                  <a:pt x="-18119" y="840481"/>
                  <a:pt x="6755" y="790474"/>
                </a:cubicBezTo>
                <a:cubicBezTo>
                  <a:pt x="28075" y="747612"/>
                  <a:pt x="67162" y="761900"/>
                  <a:pt x="102696" y="772614"/>
                </a:cubicBezTo>
                <a:cubicBezTo>
                  <a:pt x="187976" y="801190"/>
                  <a:pt x="280364" y="801190"/>
                  <a:pt x="397625" y="801190"/>
                </a:cubicBezTo>
                <a:cubicBezTo>
                  <a:pt x="298131" y="665458"/>
                  <a:pt x="116909" y="708321"/>
                  <a:pt x="31628" y="565446"/>
                </a:cubicBezTo>
                <a:cubicBezTo>
                  <a:pt x="138229" y="540444"/>
                  <a:pt x="219957" y="590450"/>
                  <a:pt x="305237" y="601165"/>
                </a:cubicBezTo>
                <a:cubicBezTo>
                  <a:pt x="383412" y="611881"/>
                  <a:pt x="401178" y="586877"/>
                  <a:pt x="383412" y="508296"/>
                </a:cubicBezTo>
                <a:cubicBezTo>
                  <a:pt x="354985" y="386853"/>
                  <a:pt x="397625" y="326130"/>
                  <a:pt x="511333" y="358278"/>
                </a:cubicBezTo>
                <a:cubicBezTo>
                  <a:pt x="617934" y="390424"/>
                  <a:pt x="628594" y="343990"/>
                  <a:pt x="600167" y="276124"/>
                </a:cubicBezTo>
                <a:cubicBezTo>
                  <a:pt x="557527" y="176112"/>
                  <a:pt x="603720" y="97531"/>
                  <a:pt x="635701" y="11805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Pravouholník 4">
            <a:extLst>
              <a:ext uri="{FF2B5EF4-FFF2-40B4-BE49-F238E27FC236}">
                <a16:creationId xmlns:a16="http://schemas.microsoft.com/office/drawing/2014/main" id="{15C9732F-0FD2-B366-EA4B-6756F8486112}"/>
              </a:ext>
            </a:extLst>
          </p:cNvPr>
          <p:cNvSpPr/>
          <p:nvPr/>
        </p:nvSpPr>
        <p:spPr>
          <a:xfrm>
            <a:off x="0" y="4769996"/>
            <a:ext cx="5134422" cy="70788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sk-SK" sz="4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postačí 30 FPS</a:t>
            </a:r>
          </a:p>
        </p:txBody>
      </p:sp>
      <p:sp>
        <p:nvSpPr>
          <p:cNvPr id="2" name="Pravouholník 1">
            <a:extLst>
              <a:ext uri="{FF2B5EF4-FFF2-40B4-BE49-F238E27FC236}">
                <a16:creationId xmlns:a16="http://schemas.microsoft.com/office/drawing/2014/main" id="{A29477AB-B201-1E8E-A4C8-325534496762}"/>
              </a:ext>
            </a:extLst>
          </p:cNvPr>
          <p:cNvSpPr/>
          <p:nvPr/>
        </p:nvSpPr>
        <p:spPr>
          <a:xfrm>
            <a:off x="0" y="1426284"/>
            <a:ext cx="5134422" cy="1323439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sk-SK" sz="4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60+ FPS, lepšie hry 144+ FPS</a:t>
            </a:r>
          </a:p>
        </p:txBody>
      </p:sp>
    </p:spTree>
    <p:extLst>
      <p:ext uri="{BB962C8B-B14F-4D97-AF65-F5344CB8AC3E}">
        <p14:creationId xmlns:p14="http://schemas.microsoft.com/office/powerpoint/2010/main" val="126772370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 descr="Mozog: 10 fascinujúcich faktov, ktoré ste o ňom nevedeli!">
            <a:extLst>
              <a:ext uri="{FF2B5EF4-FFF2-40B4-BE49-F238E27FC236}">
                <a16:creationId xmlns:a16="http://schemas.microsoft.com/office/drawing/2014/main" id="{D05B438D-CCB3-AC2D-0679-2179E724A2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" b="22526"/>
          <a:stretch>
            <a:fillRect/>
          </a:stretch>
        </p:blipFill>
        <p:spPr bwMode="auto">
          <a:xfrm>
            <a:off x="1049813" y="643466"/>
            <a:ext cx="10092373" cy="55710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Pravouholník 1">
            <a:extLst>
              <a:ext uri="{FF2B5EF4-FFF2-40B4-BE49-F238E27FC236}">
                <a16:creationId xmlns:a16="http://schemas.microsoft.com/office/drawing/2014/main" id="{3118D02C-7001-B6D1-9ACC-B94A54484324}"/>
              </a:ext>
            </a:extLst>
          </p:cNvPr>
          <p:cNvSpPr/>
          <p:nvPr/>
        </p:nvSpPr>
        <p:spPr>
          <a:xfrm>
            <a:off x="1469996" y="2967335"/>
            <a:ext cx="9252021" cy="923330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 lIns="91440" tIns="45720" rIns="91440" bIns="45720">
            <a:spAutoFit/>
          </a:bodyPr>
          <a:lstStyle/>
          <a:p>
            <a:pPr algn="ctr"/>
            <a:r>
              <a:rPr lang="sk-SK" sz="5400" b="1" cap="none" spc="0" dirty="0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FFFFFF"/>
                </a:solidFill>
                <a:effectLst>
                  <a:outerShdw dist="38100" dir="2700000" algn="tl" rotWithShape="0">
                    <a:schemeClr val="accent2"/>
                  </a:outerShdw>
                </a:effectLst>
              </a:rPr>
              <a:t>Koľko FPS má ľudský mozog?</a:t>
            </a:r>
          </a:p>
        </p:txBody>
      </p:sp>
    </p:spTree>
    <p:extLst>
      <p:ext uri="{BB962C8B-B14F-4D97-AF65-F5344CB8AC3E}">
        <p14:creationId xmlns:p14="http://schemas.microsoft.com/office/powerpoint/2010/main" val="294710558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ravouholník 1">
            <a:extLst>
              <a:ext uri="{FF2B5EF4-FFF2-40B4-BE49-F238E27FC236}">
                <a16:creationId xmlns:a16="http://schemas.microsoft.com/office/drawing/2014/main" id="{D24A345E-926E-F7A6-5A12-9E7D80CC35BE}"/>
              </a:ext>
            </a:extLst>
          </p:cNvPr>
          <p:cNvSpPr/>
          <p:nvPr/>
        </p:nvSpPr>
        <p:spPr>
          <a:xfrm>
            <a:off x="2906284" y="2967335"/>
            <a:ext cx="6379439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sk-SK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Vstup od používateľa</a:t>
            </a:r>
          </a:p>
        </p:txBody>
      </p:sp>
    </p:spTree>
    <p:extLst>
      <p:ext uri="{BB962C8B-B14F-4D97-AF65-F5344CB8AC3E}">
        <p14:creationId xmlns:p14="http://schemas.microsoft.com/office/powerpoint/2010/main" val="411309320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7" name="Rectangle 1036">
            <a:extLst>
              <a:ext uri="{FF2B5EF4-FFF2-40B4-BE49-F238E27FC236}">
                <a16:creationId xmlns:a16="http://schemas.microsoft.com/office/drawing/2014/main" id="{DC35A348-C5D6-4112-9FDD-93A493B010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Pravouholník 1">
            <a:extLst>
              <a:ext uri="{FF2B5EF4-FFF2-40B4-BE49-F238E27FC236}">
                <a16:creationId xmlns:a16="http://schemas.microsoft.com/office/drawing/2014/main" id="{2D817FC6-D4C3-5007-B6D0-7047063CD18C}"/>
              </a:ext>
            </a:extLst>
          </p:cNvPr>
          <p:cNvSpPr/>
          <p:nvPr/>
        </p:nvSpPr>
        <p:spPr>
          <a:xfrm>
            <a:off x="336175" y="4286160"/>
            <a:ext cx="6143626" cy="1400400"/>
          </a:xfrm>
          <a:prstGeom prst="rect">
            <a:avLst/>
          </a:prstGeom>
        </p:spPr>
        <p:txBody>
          <a:bodyPr vert="horz" wrap="square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300" kern="1200" noProof="1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  <a:ea typeface="+mj-ea"/>
                <a:cs typeface="+mj-cs"/>
              </a:rPr>
              <a:t>Prečo potrebujeme vstup </a:t>
            </a:r>
          </a:p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300" kern="1200" noProof="1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  <a:ea typeface="+mj-ea"/>
                <a:cs typeface="+mj-cs"/>
              </a:rPr>
              <a:t>od používateľa?</a:t>
            </a:r>
          </a:p>
        </p:txBody>
      </p:sp>
      <p:pic>
        <p:nvPicPr>
          <p:cNvPr id="1032" name="Picture 8" descr="Brawl Stars review: Good now, great in a few months">
            <a:extLst>
              <a:ext uri="{FF2B5EF4-FFF2-40B4-BE49-F238E27FC236}">
                <a16:creationId xmlns:a16="http://schemas.microsoft.com/office/drawing/2014/main" id="{CF242D78-E1AD-A317-72B1-C7DBCA876F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481" r="23588" b="2"/>
          <a:stretch>
            <a:fillRect/>
          </a:stretch>
        </p:blipFill>
        <p:spPr bwMode="auto">
          <a:xfrm>
            <a:off x="20" y="10"/>
            <a:ext cx="4000480" cy="4005933"/>
          </a:xfrm>
          <a:custGeom>
            <a:avLst/>
            <a:gdLst/>
            <a:ahLst/>
            <a:cxnLst/>
            <a:rect l="l" t="t" r="r" b="b"/>
            <a:pathLst>
              <a:path w="4000500" h="4005943">
                <a:moveTo>
                  <a:pt x="0" y="0"/>
                </a:moveTo>
                <a:lnTo>
                  <a:pt x="4000500" y="0"/>
                </a:lnTo>
                <a:lnTo>
                  <a:pt x="4000500" y="3936797"/>
                </a:lnTo>
                <a:lnTo>
                  <a:pt x="3316514" y="4005943"/>
                </a:lnTo>
                <a:lnTo>
                  <a:pt x="0" y="3964175"/>
                </a:ln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Minecraft- Pocket Edition GAMEPLAY">
            <a:extLst>
              <a:ext uri="{FF2B5EF4-FFF2-40B4-BE49-F238E27FC236}">
                <a16:creationId xmlns:a16="http://schemas.microsoft.com/office/drawing/2014/main" id="{1F877105-34C3-56AB-0E67-3A678FAE1B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332" r="10961" b="-1"/>
          <a:stretch>
            <a:fillRect/>
          </a:stretch>
        </p:blipFill>
        <p:spPr bwMode="auto">
          <a:xfrm>
            <a:off x="4191002" y="10"/>
            <a:ext cx="3809998" cy="3917529"/>
          </a:xfrm>
          <a:custGeom>
            <a:avLst/>
            <a:gdLst/>
            <a:ahLst/>
            <a:cxnLst/>
            <a:rect l="l" t="t" r="r" b="b"/>
            <a:pathLst>
              <a:path w="3809998" h="3917539">
                <a:moveTo>
                  <a:pt x="0" y="0"/>
                </a:moveTo>
                <a:lnTo>
                  <a:pt x="3809998" y="0"/>
                </a:lnTo>
                <a:lnTo>
                  <a:pt x="3809998" y="3909212"/>
                </a:lnTo>
                <a:lnTo>
                  <a:pt x="1781628" y="3737429"/>
                </a:lnTo>
                <a:lnTo>
                  <a:pt x="0" y="3917539"/>
                </a:ln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Counter-Strike: Global Offensive - How To Practice Smokes And Set Up A  Custom Server">
            <a:extLst>
              <a:ext uri="{FF2B5EF4-FFF2-40B4-BE49-F238E27FC236}">
                <a16:creationId xmlns:a16="http://schemas.microsoft.com/office/drawing/2014/main" id="{703A0604-15D3-F887-730D-38A2D38E17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735" r="32741" b="-1"/>
          <a:stretch>
            <a:fillRect/>
          </a:stretch>
        </p:blipFill>
        <p:spPr bwMode="auto">
          <a:xfrm>
            <a:off x="8191500" y="10"/>
            <a:ext cx="4000500" cy="3959022"/>
          </a:xfrm>
          <a:custGeom>
            <a:avLst/>
            <a:gdLst/>
            <a:ahLst/>
            <a:cxnLst/>
            <a:rect l="l" t="t" r="r" b="b"/>
            <a:pathLst>
              <a:path w="4000500" h="3959032">
                <a:moveTo>
                  <a:pt x="0" y="0"/>
                </a:moveTo>
                <a:lnTo>
                  <a:pt x="4000500" y="0"/>
                </a:lnTo>
                <a:lnTo>
                  <a:pt x="4000500" y="3959032"/>
                </a:lnTo>
                <a:lnTo>
                  <a:pt x="9072" y="3926114"/>
                </a:lnTo>
                <a:lnTo>
                  <a:pt x="0" y="3925346"/>
                </a:ln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39" name="Group 1038">
            <a:extLst>
              <a:ext uri="{FF2B5EF4-FFF2-40B4-BE49-F238E27FC236}">
                <a16:creationId xmlns:a16="http://schemas.microsoft.com/office/drawing/2014/main" id="{AC0B7807-0C83-4963-821A-69B172722E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3528992"/>
            <a:ext cx="12192000" cy="757168"/>
            <a:chOff x="0" y="2959818"/>
            <a:chExt cx="12192000" cy="757168"/>
          </a:xfrm>
        </p:grpSpPr>
        <p:sp>
          <p:nvSpPr>
            <p:cNvPr id="1040" name="Freeform: Shape 1039">
              <a:extLst>
                <a:ext uri="{FF2B5EF4-FFF2-40B4-BE49-F238E27FC236}">
                  <a16:creationId xmlns:a16="http://schemas.microsoft.com/office/drawing/2014/main" id="{BB027EC7-3252-48A2-A7A4-1741F72E47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2959818"/>
              <a:ext cx="12192000" cy="757168"/>
            </a:xfrm>
            <a:custGeom>
              <a:avLst/>
              <a:gdLst>
                <a:gd name="connsiteX0" fmla="*/ 0 w 12192000"/>
                <a:gd name="connsiteY0" fmla="*/ 0 h 757168"/>
                <a:gd name="connsiteX1" fmla="*/ 41653 w 12192000"/>
                <a:gd name="connsiteY1" fmla="*/ 6945 h 757168"/>
                <a:gd name="connsiteX2" fmla="*/ 81317 w 12192000"/>
                <a:gd name="connsiteY2" fmla="*/ 15509 h 757168"/>
                <a:gd name="connsiteX3" fmla="*/ 114150 w 12192000"/>
                <a:gd name="connsiteY3" fmla="*/ 28105 h 757168"/>
                <a:gd name="connsiteX4" fmla="*/ 214865 w 12192000"/>
                <a:gd name="connsiteY4" fmla="*/ 58374 h 757168"/>
                <a:gd name="connsiteX5" fmla="*/ 299237 w 12192000"/>
                <a:gd name="connsiteY5" fmla="*/ 63560 h 757168"/>
                <a:gd name="connsiteX6" fmla="*/ 415570 w 12192000"/>
                <a:gd name="connsiteY6" fmla="*/ 83774 h 757168"/>
                <a:gd name="connsiteX7" fmla="*/ 633210 w 12192000"/>
                <a:gd name="connsiteY7" fmla="*/ 109108 h 757168"/>
                <a:gd name="connsiteX8" fmla="*/ 677567 w 12192000"/>
                <a:gd name="connsiteY8" fmla="*/ 119446 h 757168"/>
                <a:gd name="connsiteX9" fmla="*/ 946429 w 12192000"/>
                <a:gd name="connsiteY9" fmla="*/ 171502 h 757168"/>
                <a:gd name="connsiteX10" fmla="*/ 1163367 w 12192000"/>
                <a:gd name="connsiteY10" fmla="*/ 182106 h 757168"/>
                <a:gd name="connsiteX11" fmla="*/ 1180337 w 12192000"/>
                <a:gd name="connsiteY11" fmla="*/ 181279 h 757168"/>
                <a:gd name="connsiteX12" fmla="*/ 1263939 w 12192000"/>
                <a:gd name="connsiteY12" fmla="*/ 173070 h 757168"/>
                <a:gd name="connsiteX13" fmla="*/ 1392213 w 12192000"/>
                <a:gd name="connsiteY13" fmla="*/ 183225 h 757168"/>
                <a:gd name="connsiteX14" fmla="*/ 1479752 w 12192000"/>
                <a:gd name="connsiteY14" fmla="*/ 205174 h 757168"/>
                <a:gd name="connsiteX15" fmla="*/ 1589813 w 12192000"/>
                <a:gd name="connsiteY15" fmla="*/ 211706 h 757168"/>
                <a:gd name="connsiteX16" fmla="*/ 1716264 w 12192000"/>
                <a:gd name="connsiteY16" fmla="*/ 207459 h 757168"/>
                <a:gd name="connsiteX17" fmla="*/ 1772900 w 12192000"/>
                <a:gd name="connsiteY17" fmla="*/ 208137 h 757168"/>
                <a:gd name="connsiteX18" fmla="*/ 1929319 w 12192000"/>
                <a:gd name="connsiteY18" fmla="*/ 193822 h 757168"/>
                <a:gd name="connsiteX19" fmla="*/ 2021514 w 12192000"/>
                <a:gd name="connsiteY19" fmla="*/ 204186 h 757168"/>
                <a:gd name="connsiteX20" fmla="*/ 2111753 w 12192000"/>
                <a:gd name="connsiteY20" fmla="*/ 223797 h 757168"/>
                <a:gd name="connsiteX21" fmla="*/ 2169356 w 12192000"/>
                <a:gd name="connsiteY21" fmla="*/ 241125 h 757168"/>
                <a:gd name="connsiteX22" fmla="*/ 2286638 w 12192000"/>
                <a:gd name="connsiteY22" fmla="*/ 257382 h 757168"/>
                <a:gd name="connsiteX23" fmla="*/ 2308368 w 12192000"/>
                <a:gd name="connsiteY23" fmla="*/ 256995 h 757168"/>
                <a:gd name="connsiteX24" fmla="*/ 2660621 w 12192000"/>
                <a:gd name="connsiteY24" fmla="*/ 262863 h 757168"/>
                <a:gd name="connsiteX25" fmla="*/ 2801134 w 12192000"/>
                <a:gd name="connsiteY25" fmla="*/ 250006 h 757168"/>
                <a:gd name="connsiteX26" fmla="*/ 2830994 w 12192000"/>
                <a:gd name="connsiteY26" fmla="*/ 249091 h 757168"/>
                <a:gd name="connsiteX27" fmla="*/ 3129084 w 12192000"/>
                <a:gd name="connsiteY27" fmla="*/ 242009 h 757168"/>
                <a:gd name="connsiteX28" fmla="*/ 3162162 w 12192000"/>
                <a:gd name="connsiteY28" fmla="*/ 242789 h 757168"/>
                <a:gd name="connsiteX29" fmla="*/ 3254072 w 12192000"/>
                <a:gd name="connsiteY29" fmla="*/ 251612 h 757168"/>
                <a:gd name="connsiteX30" fmla="*/ 3473491 w 12192000"/>
                <a:gd name="connsiteY30" fmla="*/ 221903 h 757168"/>
                <a:gd name="connsiteX31" fmla="*/ 3691860 w 12192000"/>
                <a:gd name="connsiteY31" fmla="*/ 219228 h 757168"/>
                <a:gd name="connsiteX32" fmla="*/ 3811494 w 12192000"/>
                <a:gd name="connsiteY32" fmla="*/ 225691 h 757168"/>
                <a:gd name="connsiteX33" fmla="*/ 3897533 w 12192000"/>
                <a:gd name="connsiteY33" fmla="*/ 220087 h 757168"/>
                <a:gd name="connsiteX34" fmla="*/ 4109430 w 12192000"/>
                <a:gd name="connsiteY34" fmla="*/ 200477 h 757168"/>
                <a:gd name="connsiteX35" fmla="*/ 4208772 w 12192000"/>
                <a:gd name="connsiteY35" fmla="*/ 200914 h 757168"/>
                <a:gd name="connsiteX36" fmla="*/ 4314641 w 12192000"/>
                <a:gd name="connsiteY36" fmla="*/ 196159 h 757168"/>
                <a:gd name="connsiteX37" fmla="*/ 4577622 w 12192000"/>
                <a:gd name="connsiteY37" fmla="*/ 163774 h 757168"/>
                <a:gd name="connsiteX38" fmla="*/ 4790345 w 12192000"/>
                <a:gd name="connsiteY38" fmla="*/ 177592 h 757168"/>
                <a:gd name="connsiteX39" fmla="*/ 4926164 w 12192000"/>
                <a:gd name="connsiteY39" fmla="*/ 184139 h 757168"/>
                <a:gd name="connsiteX40" fmla="*/ 5088812 w 12192000"/>
                <a:gd name="connsiteY40" fmla="*/ 177401 h 757168"/>
                <a:gd name="connsiteX41" fmla="*/ 5222466 w 12192000"/>
                <a:gd name="connsiteY41" fmla="*/ 162082 h 757168"/>
                <a:gd name="connsiteX42" fmla="*/ 5406528 w 12192000"/>
                <a:gd name="connsiteY42" fmla="*/ 153987 h 757168"/>
                <a:gd name="connsiteX43" fmla="*/ 5590716 w 12192000"/>
                <a:gd name="connsiteY43" fmla="*/ 129490 h 757168"/>
                <a:gd name="connsiteX44" fmla="*/ 5719429 w 12192000"/>
                <a:gd name="connsiteY44" fmla="*/ 110099 h 757168"/>
                <a:gd name="connsiteX45" fmla="*/ 5897895 w 12192000"/>
                <a:gd name="connsiteY45" fmla="*/ 96368 h 757168"/>
                <a:gd name="connsiteX46" fmla="*/ 6169957 w 12192000"/>
                <a:gd name="connsiteY46" fmla="*/ 94411 h 757168"/>
                <a:gd name="connsiteX47" fmla="*/ 6294827 w 12192000"/>
                <a:gd name="connsiteY47" fmla="*/ 99236 h 757168"/>
                <a:gd name="connsiteX48" fmla="*/ 6494261 w 12192000"/>
                <a:gd name="connsiteY48" fmla="*/ 71724 h 757168"/>
                <a:gd name="connsiteX49" fmla="*/ 6579627 w 12192000"/>
                <a:gd name="connsiteY49" fmla="*/ 57883 h 757168"/>
                <a:gd name="connsiteX50" fmla="*/ 6654800 w 12192000"/>
                <a:gd name="connsiteY50" fmla="*/ 77086 h 757168"/>
                <a:gd name="connsiteX51" fmla="*/ 6703059 w 12192000"/>
                <a:gd name="connsiteY51" fmla="*/ 97166 h 757168"/>
                <a:gd name="connsiteX52" fmla="*/ 6859445 w 12192000"/>
                <a:gd name="connsiteY52" fmla="*/ 90481 h 757168"/>
                <a:gd name="connsiteX53" fmla="*/ 7025414 w 12192000"/>
                <a:gd name="connsiteY53" fmla="*/ 83536 h 757168"/>
                <a:gd name="connsiteX54" fmla="*/ 7144137 w 12192000"/>
                <a:gd name="connsiteY54" fmla="*/ 79264 h 757168"/>
                <a:gd name="connsiteX55" fmla="*/ 7291235 w 12192000"/>
                <a:gd name="connsiteY55" fmla="*/ 95367 h 757168"/>
                <a:gd name="connsiteX56" fmla="*/ 7407395 w 12192000"/>
                <a:gd name="connsiteY56" fmla="*/ 104888 h 757168"/>
                <a:gd name="connsiteX57" fmla="*/ 7500837 w 12192000"/>
                <a:gd name="connsiteY57" fmla="*/ 119515 h 757168"/>
                <a:gd name="connsiteX58" fmla="*/ 7533567 w 12192000"/>
                <a:gd name="connsiteY58" fmla="*/ 126955 h 757168"/>
                <a:gd name="connsiteX59" fmla="*/ 7792910 w 12192000"/>
                <a:gd name="connsiteY59" fmla="*/ 185188 h 757168"/>
                <a:gd name="connsiteX60" fmla="*/ 8070699 w 12192000"/>
                <a:gd name="connsiteY60" fmla="*/ 235423 h 757168"/>
                <a:gd name="connsiteX61" fmla="*/ 8253177 w 12192000"/>
                <a:gd name="connsiteY61" fmla="*/ 222473 h 757168"/>
                <a:gd name="connsiteX62" fmla="*/ 8320683 w 12192000"/>
                <a:gd name="connsiteY62" fmla="*/ 226393 h 757168"/>
                <a:gd name="connsiteX63" fmla="*/ 8631438 w 12192000"/>
                <a:gd name="connsiteY63" fmla="*/ 237528 h 757168"/>
                <a:gd name="connsiteX64" fmla="*/ 8686410 w 12192000"/>
                <a:gd name="connsiteY64" fmla="*/ 234877 h 757168"/>
                <a:gd name="connsiteX65" fmla="*/ 8980658 w 12192000"/>
                <a:gd name="connsiteY65" fmla="*/ 273001 h 757168"/>
                <a:gd name="connsiteX66" fmla="*/ 9087625 w 12192000"/>
                <a:gd name="connsiteY66" fmla="*/ 282423 h 757168"/>
                <a:gd name="connsiteX67" fmla="*/ 9186017 w 12192000"/>
                <a:gd name="connsiteY67" fmla="*/ 293875 h 757168"/>
                <a:gd name="connsiteX68" fmla="*/ 9323931 w 12192000"/>
                <a:gd name="connsiteY68" fmla="*/ 302628 h 757168"/>
                <a:gd name="connsiteX69" fmla="*/ 9467213 w 12192000"/>
                <a:gd name="connsiteY69" fmla="*/ 307275 h 757168"/>
                <a:gd name="connsiteX70" fmla="*/ 9626826 w 12192000"/>
                <a:gd name="connsiteY70" fmla="*/ 316213 h 757168"/>
                <a:gd name="connsiteX71" fmla="*/ 9689696 w 12192000"/>
                <a:gd name="connsiteY71" fmla="*/ 324467 h 757168"/>
                <a:gd name="connsiteX72" fmla="*/ 9860526 w 12192000"/>
                <a:gd name="connsiteY72" fmla="*/ 329986 h 757168"/>
                <a:gd name="connsiteX73" fmla="*/ 9949775 w 12192000"/>
                <a:gd name="connsiteY73" fmla="*/ 340386 h 757168"/>
                <a:gd name="connsiteX74" fmla="*/ 10097252 w 12192000"/>
                <a:gd name="connsiteY74" fmla="*/ 349262 h 757168"/>
                <a:gd name="connsiteX75" fmla="*/ 10145261 w 12192000"/>
                <a:gd name="connsiteY75" fmla="*/ 353113 h 757168"/>
                <a:gd name="connsiteX76" fmla="*/ 10188159 w 12192000"/>
                <a:gd name="connsiteY76" fmla="*/ 356124 h 757168"/>
                <a:gd name="connsiteX77" fmla="*/ 10336144 w 12192000"/>
                <a:gd name="connsiteY77" fmla="*/ 348235 h 757168"/>
                <a:gd name="connsiteX78" fmla="*/ 10466847 w 12192000"/>
                <a:gd name="connsiteY78" fmla="*/ 354131 h 757168"/>
                <a:gd name="connsiteX79" fmla="*/ 10696514 w 12192000"/>
                <a:gd name="connsiteY79" fmla="*/ 353575 h 757168"/>
                <a:gd name="connsiteX80" fmla="*/ 10746932 w 12192000"/>
                <a:gd name="connsiteY80" fmla="*/ 360606 h 757168"/>
                <a:gd name="connsiteX81" fmla="*/ 10905388 w 12192000"/>
                <a:gd name="connsiteY81" fmla="*/ 370627 h 757168"/>
                <a:gd name="connsiteX82" fmla="*/ 10995602 w 12192000"/>
                <a:gd name="connsiteY82" fmla="*/ 376691 h 757168"/>
                <a:gd name="connsiteX83" fmla="*/ 11107647 w 12192000"/>
                <a:gd name="connsiteY83" fmla="*/ 373405 h 757168"/>
                <a:gd name="connsiteX84" fmla="*/ 11302440 w 12192000"/>
                <a:gd name="connsiteY84" fmla="*/ 364156 h 757168"/>
                <a:gd name="connsiteX85" fmla="*/ 11353613 w 12192000"/>
                <a:gd name="connsiteY85" fmla="*/ 363785 h 757168"/>
                <a:gd name="connsiteX86" fmla="*/ 11447323 w 12192000"/>
                <a:gd name="connsiteY86" fmla="*/ 359346 h 757168"/>
                <a:gd name="connsiteX87" fmla="*/ 11464292 w 12192000"/>
                <a:gd name="connsiteY87" fmla="*/ 358519 h 757168"/>
                <a:gd name="connsiteX88" fmla="*/ 11607560 w 12192000"/>
                <a:gd name="connsiteY88" fmla="*/ 342370 h 757168"/>
                <a:gd name="connsiteX89" fmla="*/ 11681426 w 12192000"/>
                <a:gd name="connsiteY89" fmla="*/ 344335 h 757168"/>
                <a:gd name="connsiteX90" fmla="*/ 11893565 w 12192000"/>
                <a:gd name="connsiteY90" fmla="*/ 355261 h 757168"/>
                <a:gd name="connsiteX91" fmla="*/ 11983290 w 12192000"/>
                <a:gd name="connsiteY91" fmla="*/ 363588 h 757168"/>
                <a:gd name="connsiteX92" fmla="*/ 12192000 w 12192000"/>
                <a:gd name="connsiteY92" fmla="*/ 388018 h 757168"/>
                <a:gd name="connsiteX93" fmla="*/ 12192000 w 12192000"/>
                <a:gd name="connsiteY93" fmla="*/ 577115 h 757168"/>
                <a:gd name="connsiteX94" fmla="*/ 12157329 w 12192000"/>
                <a:gd name="connsiteY94" fmla="*/ 588862 h 757168"/>
                <a:gd name="connsiteX95" fmla="*/ 12066948 w 12192000"/>
                <a:gd name="connsiteY95" fmla="*/ 586034 h 757168"/>
                <a:gd name="connsiteX96" fmla="*/ 11911344 w 12192000"/>
                <a:gd name="connsiteY96" fmla="*/ 521599 h 757168"/>
                <a:gd name="connsiteX97" fmla="*/ 11847823 w 12192000"/>
                <a:gd name="connsiteY97" fmla="*/ 511785 h 757168"/>
                <a:gd name="connsiteX98" fmla="*/ 11737547 w 12192000"/>
                <a:gd name="connsiteY98" fmla="*/ 502380 h 757168"/>
                <a:gd name="connsiteX99" fmla="*/ 11636052 w 12192000"/>
                <a:gd name="connsiteY99" fmla="*/ 514993 h 757168"/>
                <a:gd name="connsiteX100" fmla="*/ 11394706 w 12192000"/>
                <a:gd name="connsiteY100" fmla="*/ 590867 h 757168"/>
                <a:gd name="connsiteX101" fmla="*/ 11354978 w 12192000"/>
                <a:gd name="connsiteY101" fmla="*/ 597561 h 757168"/>
                <a:gd name="connsiteX102" fmla="*/ 11285306 w 12192000"/>
                <a:gd name="connsiteY102" fmla="*/ 599825 h 757168"/>
                <a:gd name="connsiteX103" fmla="*/ 11008528 w 12192000"/>
                <a:gd name="connsiteY103" fmla="*/ 656670 h 757168"/>
                <a:gd name="connsiteX104" fmla="*/ 10948735 w 12192000"/>
                <a:gd name="connsiteY104" fmla="*/ 652964 h 757168"/>
                <a:gd name="connsiteX105" fmla="*/ 10850698 w 12192000"/>
                <a:gd name="connsiteY105" fmla="*/ 641721 h 757168"/>
                <a:gd name="connsiteX106" fmla="*/ 10744026 w 12192000"/>
                <a:gd name="connsiteY106" fmla="*/ 647769 h 757168"/>
                <a:gd name="connsiteX107" fmla="*/ 10666160 w 12192000"/>
                <a:gd name="connsiteY107" fmla="*/ 651891 h 757168"/>
                <a:gd name="connsiteX108" fmla="*/ 10450521 w 12192000"/>
                <a:gd name="connsiteY108" fmla="*/ 616552 h 757168"/>
                <a:gd name="connsiteX109" fmla="*/ 10271192 w 12192000"/>
                <a:gd name="connsiteY109" fmla="*/ 583498 h 757168"/>
                <a:gd name="connsiteX110" fmla="*/ 10246067 w 12192000"/>
                <a:gd name="connsiteY110" fmla="*/ 585423 h 757168"/>
                <a:gd name="connsiteX111" fmla="*/ 10005027 w 12192000"/>
                <a:gd name="connsiteY111" fmla="*/ 592252 h 757168"/>
                <a:gd name="connsiteX112" fmla="*/ 9898681 w 12192000"/>
                <a:gd name="connsiteY112" fmla="*/ 613195 h 757168"/>
                <a:gd name="connsiteX113" fmla="*/ 9753225 w 12192000"/>
                <a:gd name="connsiteY113" fmla="*/ 629038 h 757168"/>
                <a:gd name="connsiteX114" fmla="*/ 9591376 w 12192000"/>
                <a:gd name="connsiteY114" fmla="*/ 648601 h 757168"/>
                <a:gd name="connsiteX115" fmla="*/ 9472860 w 12192000"/>
                <a:gd name="connsiteY115" fmla="*/ 655936 h 757168"/>
                <a:gd name="connsiteX116" fmla="*/ 9299788 w 12192000"/>
                <a:gd name="connsiteY116" fmla="*/ 636945 h 757168"/>
                <a:gd name="connsiteX117" fmla="*/ 9264605 w 12192000"/>
                <a:gd name="connsiteY117" fmla="*/ 627087 h 757168"/>
                <a:gd name="connsiteX118" fmla="*/ 8926435 w 12192000"/>
                <a:gd name="connsiteY118" fmla="*/ 549269 h 757168"/>
                <a:gd name="connsiteX119" fmla="*/ 8698934 w 12192000"/>
                <a:gd name="connsiteY119" fmla="*/ 536583 h 757168"/>
                <a:gd name="connsiteX120" fmla="*/ 8622862 w 12192000"/>
                <a:gd name="connsiteY120" fmla="*/ 541563 h 757168"/>
                <a:gd name="connsiteX121" fmla="*/ 8482784 w 12192000"/>
                <a:gd name="connsiteY121" fmla="*/ 574094 h 757168"/>
                <a:gd name="connsiteX122" fmla="*/ 8421565 w 12192000"/>
                <a:gd name="connsiteY122" fmla="*/ 576610 h 757168"/>
                <a:gd name="connsiteX123" fmla="*/ 8313469 w 12192000"/>
                <a:gd name="connsiteY123" fmla="*/ 574762 h 757168"/>
                <a:gd name="connsiteX124" fmla="*/ 8079520 w 12192000"/>
                <a:gd name="connsiteY124" fmla="*/ 558685 h 757168"/>
                <a:gd name="connsiteX125" fmla="*/ 7773327 w 12192000"/>
                <a:gd name="connsiteY125" fmla="*/ 558854 h 757168"/>
                <a:gd name="connsiteX126" fmla="*/ 7652477 w 12192000"/>
                <a:gd name="connsiteY126" fmla="*/ 547561 h 757168"/>
                <a:gd name="connsiteX127" fmla="*/ 7522274 w 12192000"/>
                <a:gd name="connsiteY127" fmla="*/ 532150 h 757168"/>
                <a:gd name="connsiteX128" fmla="*/ 7484080 w 12192000"/>
                <a:gd name="connsiteY128" fmla="*/ 530532 h 757168"/>
                <a:gd name="connsiteX129" fmla="*/ 7282277 w 12192000"/>
                <a:gd name="connsiteY129" fmla="*/ 540177 h 757168"/>
                <a:gd name="connsiteX130" fmla="*/ 7235690 w 12192000"/>
                <a:gd name="connsiteY130" fmla="*/ 551282 h 757168"/>
                <a:gd name="connsiteX131" fmla="*/ 7116339 w 12192000"/>
                <a:gd name="connsiteY131" fmla="*/ 539494 h 757168"/>
                <a:gd name="connsiteX132" fmla="*/ 7011067 w 12192000"/>
                <a:gd name="connsiteY132" fmla="*/ 511848 h 757168"/>
                <a:gd name="connsiteX133" fmla="*/ 6403234 w 12192000"/>
                <a:gd name="connsiteY133" fmla="*/ 432296 h 757168"/>
                <a:gd name="connsiteX134" fmla="*/ 6036273 w 12192000"/>
                <a:gd name="connsiteY134" fmla="*/ 412301 h 757168"/>
                <a:gd name="connsiteX135" fmla="*/ 5780467 w 12192000"/>
                <a:gd name="connsiteY135" fmla="*/ 377910 h 757168"/>
                <a:gd name="connsiteX136" fmla="*/ 5739051 w 12192000"/>
                <a:gd name="connsiteY136" fmla="*/ 353609 h 757168"/>
                <a:gd name="connsiteX137" fmla="*/ 5583566 w 12192000"/>
                <a:gd name="connsiteY137" fmla="*/ 321995 h 757168"/>
                <a:gd name="connsiteX138" fmla="*/ 5432030 w 12192000"/>
                <a:gd name="connsiteY138" fmla="*/ 362512 h 757168"/>
                <a:gd name="connsiteX139" fmla="*/ 5241398 w 12192000"/>
                <a:gd name="connsiteY139" fmla="*/ 425781 h 757168"/>
                <a:gd name="connsiteX140" fmla="*/ 5139710 w 12192000"/>
                <a:gd name="connsiteY140" fmla="*/ 421022 h 757168"/>
                <a:gd name="connsiteX141" fmla="*/ 4929402 w 12192000"/>
                <a:gd name="connsiteY141" fmla="*/ 424310 h 757168"/>
                <a:gd name="connsiteX142" fmla="*/ 4782793 w 12192000"/>
                <a:gd name="connsiteY142" fmla="*/ 441046 h 757168"/>
                <a:gd name="connsiteX143" fmla="*/ 4577594 w 12192000"/>
                <a:gd name="connsiteY143" fmla="*/ 459290 h 757168"/>
                <a:gd name="connsiteX144" fmla="*/ 4500826 w 12192000"/>
                <a:gd name="connsiteY144" fmla="*/ 470529 h 757168"/>
                <a:gd name="connsiteX145" fmla="*/ 4317973 w 12192000"/>
                <a:gd name="connsiteY145" fmla="*/ 483649 h 757168"/>
                <a:gd name="connsiteX146" fmla="*/ 4166722 w 12192000"/>
                <a:gd name="connsiteY146" fmla="*/ 490602 h 757168"/>
                <a:gd name="connsiteX147" fmla="*/ 4042814 w 12192000"/>
                <a:gd name="connsiteY147" fmla="*/ 530660 h 757168"/>
                <a:gd name="connsiteX148" fmla="*/ 4002653 w 12192000"/>
                <a:gd name="connsiteY148" fmla="*/ 552594 h 757168"/>
                <a:gd name="connsiteX149" fmla="*/ 3969549 w 12192000"/>
                <a:gd name="connsiteY149" fmla="*/ 566312 h 757168"/>
                <a:gd name="connsiteX150" fmla="*/ 3821685 w 12192000"/>
                <a:gd name="connsiteY150" fmla="*/ 649183 h 757168"/>
                <a:gd name="connsiteX151" fmla="*/ 3805138 w 12192000"/>
                <a:gd name="connsiteY151" fmla="*/ 655947 h 757168"/>
                <a:gd name="connsiteX152" fmla="*/ 3609177 w 12192000"/>
                <a:gd name="connsiteY152" fmla="*/ 687459 h 757168"/>
                <a:gd name="connsiteX153" fmla="*/ 3539727 w 12192000"/>
                <a:gd name="connsiteY153" fmla="*/ 706521 h 757168"/>
                <a:gd name="connsiteX154" fmla="*/ 3396572 w 12192000"/>
                <a:gd name="connsiteY154" fmla="*/ 755681 h 757168"/>
                <a:gd name="connsiteX155" fmla="*/ 3341054 w 12192000"/>
                <a:gd name="connsiteY155" fmla="*/ 754679 h 757168"/>
                <a:gd name="connsiteX156" fmla="*/ 3138775 w 12192000"/>
                <a:gd name="connsiteY156" fmla="*/ 710120 h 757168"/>
                <a:gd name="connsiteX157" fmla="*/ 3037283 w 12192000"/>
                <a:gd name="connsiteY157" fmla="*/ 666453 h 757168"/>
                <a:gd name="connsiteX158" fmla="*/ 3002117 w 12192000"/>
                <a:gd name="connsiteY158" fmla="*/ 649347 h 757168"/>
                <a:gd name="connsiteX159" fmla="*/ 2747294 w 12192000"/>
                <a:gd name="connsiteY159" fmla="*/ 652400 h 757168"/>
                <a:gd name="connsiteX160" fmla="*/ 2676273 w 12192000"/>
                <a:gd name="connsiteY160" fmla="*/ 652304 h 757168"/>
                <a:gd name="connsiteX161" fmla="*/ 2432360 w 12192000"/>
                <a:gd name="connsiteY161" fmla="*/ 657836 h 757168"/>
                <a:gd name="connsiteX162" fmla="*/ 2382311 w 12192000"/>
                <a:gd name="connsiteY162" fmla="*/ 650824 h 757168"/>
                <a:gd name="connsiteX163" fmla="*/ 2055134 w 12192000"/>
                <a:gd name="connsiteY163" fmla="*/ 630053 h 757168"/>
                <a:gd name="connsiteX164" fmla="*/ 2031829 w 12192000"/>
                <a:gd name="connsiteY164" fmla="*/ 639324 h 757168"/>
                <a:gd name="connsiteX165" fmla="*/ 1912764 w 12192000"/>
                <a:gd name="connsiteY165" fmla="*/ 664183 h 757168"/>
                <a:gd name="connsiteX166" fmla="*/ 1755637 w 12192000"/>
                <a:gd name="connsiteY166" fmla="*/ 663960 h 757168"/>
                <a:gd name="connsiteX167" fmla="*/ 1727159 w 12192000"/>
                <a:gd name="connsiteY167" fmla="*/ 659605 h 757168"/>
                <a:gd name="connsiteX168" fmla="*/ 1622470 w 12192000"/>
                <a:gd name="connsiteY168" fmla="*/ 634850 h 757168"/>
                <a:gd name="connsiteX169" fmla="*/ 1385955 w 12192000"/>
                <a:gd name="connsiteY169" fmla="*/ 604522 h 757168"/>
                <a:gd name="connsiteX170" fmla="*/ 1340055 w 12192000"/>
                <a:gd name="connsiteY170" fmla="*/ 595629 h 757168"/>
                <a:gd name="connsiteX171" fmla="*/ 1257271 w 12192000"/>
                <a:gd name="connsiteY171" fmla="*/ 581180 h 757168"/>
                <a:gd name="connsiteX172" fmla="*/ 1031914 w 12192000"/>
                <a:gd name="connsiteY172" fmla="*/ 562692 h 757168"/>
                <a:gd name="connsiteX173" fmla="*/ 922031 w 12192000"/>
                <a:gd name="connsiteY173" fmla="*/ 566853 h 757168"/>
                <a:gd name="connsiteX174" fmla="*/ 873250 w 12192000"/>
                <a:gd name="connsiteY174" fmla="*/ 563724 h 757168"/>
                <a:gd name="connsiteX175" fmla="*/ 711627 w 12192000"/>
                <a:gd name="connsiteY175" fmla="*/ 529880 h 757168"/>
                <a:gd name="connsiteX176" fmla="*/ 311112 w 12192000"/>
                <a:gd name="connsiteY176" fmla="*/ 525106 h 757168"/>
                <a:gd name="connsiteX177" fmla="*/ 184145 w 12192000"/>
                <a:gd name="connsiteY177" fmla="*/ 532188 h 757168"/>
                <a:gd name="connsiteX178" fmla="*/ 116886 w 12192000"/>
                <a:gd name="connsiteY178" fmla="*/ 530572 h 757168"/>
                <a:gd name="connsiteX179" fmla="*/ 23941 w 12192000"/>
                <a:gd name="connsiteY179" fmla="*/ 506433 h 757168"/>
                <a:gd name="connsiteX180" fmla="*/ 0 w 12192000"/>
                <a:gd name="connsiteY180" fmla="*/ 502149 h 7571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</a:cxnLst>
              <a:rect l="l" t="t" r="r" b="b"/>
              <a:pathLst>
                <a:path w="12192000" h="757168">
                  <a:moveTo>
                    <a:pt x="0" y="0"/>
                  </a:moveTo>
                  <a:lnTo>
                    <a:pt x="41653" y="6945"/>
                  </a:lnTo>
                  <a:cubicBezTo>
                    <a:pt x="55151" y="9178"/>
                    <a:pt x="68996" y="11810"/>
                    <a:pt x="81317" y="15509"/>
                  </a:cubicBezTo>
                  <a:cubicBezTo>
                    <a:pt x="92911" y="18978"/>
                    <a:pt x="102562" y="24446"/>
                    <a:pt x="114150" y="28105"/>
                  </a:cubicBezTo>
                  <a:cubicBezTo>
                    <a:pt x="145644" y="37958"/>
                    <a:pt x="177914" y="47281"/>
                    <a:pt x="214865" y="58374"/>
                  </a:cubicBezTo>
                  <a:cubicBezTo>
                    <a:pt x="236680" y="42349"/>
                    <a:pt x="264438" y="53534"/>
                    <a:pt x="299237" y="63560"/>
                  </a:cubicBezTo>
                  <a:cubicBezTo>
                    <a:pt x="334763" y="73816"/>
                    <a:pt x="376093" y="78654"/>
                    <a:pt x="415570" y="83774"/>
                  </a:cubicBezTo>
                  <a:cubicBezTo>
                    <a:pt x="487949" y="93100"/>
                    <a:pt x="560804" y="100354"/>
                    <a:pt x="633210" y="109108"/>
                  </a:cubicBezTo>
                  <a:cubicBezTo>
                    <a:pt x="648566" y="111058"/>
                    <a:pt x="666073" y="114072"/>
                    <a:pt x="677567" y="119446"/>
                  </a:cubicBezTo>
                  <a:cubicBezTo>
                    <a:pt x="756262" y="155621"/>
                    <a:pt x="853422" y="169678"/>
                    <a:pt x="946429" y="171502"/>
                  </a:cubicBezTo>
                  <a:cubicBezTo>
                    <a:pt x="1019582" y="173044"/>
                    <a:pt x="1091239" y="175083"/>
                    <a:pt x="1163367" y="182106"/>
                  </a:cubicBezTo>
                  <a:cubicBezTo>
                    <a:pt x="1168863" y="182586"/>
                    <a:pt x="1176224" y="182589"/>
                    <a:pt x="1180337" y="181279"/>
                  </a:cubicBezTo>
                  <a:cubicBezTo>
                    <a:pt x="1205822" y="172503"/>
                    <a:pt x="1231920" y="173109"/>
                    <a:pt x="1263939" y="173070"/>
                  </a:cubicBezTo>
                  <a:cubicBezTo>
                    <a:pt x="1309211" y="172961"/>
                    <a:pt x="1350592" y="176848"/>
                    <a:pt x="1392213" y="183225"/>
                  </a:cubicBezTo>
                  <a:cubicBezTo>
                    <a:pt x="1422516" y="187866"/>
                    <a:pt x="1453010" y="195759"/>
                    <a:pt x="1479752" y="205174"/>
                  </a:cubicBezTo>
                  <a:cubicBezTo>
                    <a:pt x="1516962" y="218381"/>
                    <a:pt x="1553071" y="224660"/>
                    <a:pt x="1589813" y="211706"/>
                  </a:cubicBezTo>
                  <a:cubicBezTo>
                    <a:pt x="1629541" y="197953"/>
                    <a:pt x="1673292" y="205778"/>
                    <a:pt x="1716264" y="207459"/>
                  </a:cubicBezTo>
                  <a:cubicBezTo>
                    <a:pt x="1734988" y="208248"/>
                    <a:pt x="1754789" y="209668"/>
                    <a:pt x="1772900" y="208137"/>
                  </a:cubicBezTo>
                  <a:cubicBezTo>
                    <a:pt x="1825381" y="203828"/>
                    <a:pt x="1876222" y="195808"/>
                    <a:pt x="1929319" y="193822"/>
                  </a:cubicBezTo>
                  <a:cubicBezTo>
                    <a:pt x="1958819" y="192698"/>
                    <a:pt x="1991232" y="199166"/>
                    <a:pt x="2021514" y="204186"/>
                  </a:cubicBezTo>
                  <a:cubicBezTo>
                    <a:pt x="2052154" y="209417"/>
                    <a:pt x="2082323" y="216530"/>
                    <a:pt x="2111753" y="223797"/>
                  </a:cubicBezTo>
                  <a:cubicBezTo>
                    <a:pt x="2131736" y="228659"/>
                    <a:pt x="2153567" y="233429"/>
                    <a:pt x="2169356" y="241125"/>
                  </a:cubicBezTo>
                  <a:cubicBezTo>
                    <a:pt x="2205243" y="258649"/>
                    <a:pt x="2242901" y="263295"/>
                    <a:pt x="2286638" y="257382"/>
                  </a:cubicBezTo>
                  <a:cubicBezTo>
                    <a:pt x="2293313" y="256396"/>
                    <a:pt x="2301018" y="256799"/>
                    <a:pt x="2308368" y="256995"/>
                  </a:cubicBezTo>
                  <a:cubicBezTo>
                    <a:pt x="2426026" y="259155"/>
                    <a:pt x="2543593" y="262834"/>
                    <a:pt x="2660621" y="262863"/>
                  </a:cubicBezTo>
                  <a:cubicBezTo>
                    <a:pt x="2708088" y="262871"/>
                    <a:pt x="2754165" y="254412"/>
                    <a:pt x="2801134" y="250006"/>
                  </a:cubicBezTo>
                  <a:cubicBezTo>
                    <a:pt x="2810748" y="249174"/>
                    <a:pt x="2821504" y="247638"/>
                    <a:pt x="2830994" y="249091"/>
                  </a:cubicBezTo>
                  <a:cubicBezTo>
                    <a:pt x="2934354" y="264045"/>
                    <a:pt x="3032340" y="255254"/>
                    <a:pt x="3129084" y="242009"/>
                  </a:cubicBezTo>
                  <a:cubicBezTo>
                    <a:pt x="3139090" y="240625"/>
                    <a:pt x="3151170" y="241831"/>
                    <a:pt x="3162162" y="242789"/>
                  </a:cubicBezTo>
                  <a:cubicBezTo>
                    <a:pt x="3192925" y="245736"/>
                    <a:pt x="3225969" y="254145"/>
                    <a:pt x="3254072" y="251612"/>
                  </a:cubicBezTo>
                  <a:cubicBezTo>
                    <a:pt x="3328782" y="244461"/>
                    <a:pt x="3402881" y="234992"/>
                    <a:pt x="3473491" y="221903"/>
                  </a:cubicBezTo>
                  <a:cubicBezTo>
                    <a:pt x="3545212" y="208683"/>
                    <a:pt x="3611651" y="197856"/>
                    <a:pt x="3691860" y="219228"/>
                  </a:cubicBezTo>
                  <a:cubicBezTo>
                    <a:pt x="3725977" y="228268"/>
                    <a:pt x="3771754" y="225515"/>
                    <a:pt x="3811494" y="225691"/>
                  </a:cubicBezTo>
                  <a:cubicBezTo>
                    <a:pt x="3840564" y="225687"/>
                    <a:pt x="3868906" y="218586"/>
                    <a:pt x="3897533" y="220087"/>
                  </a:cubicBezTo>
                  <a:cubicBezTo>
                    <a:pt x="3973874" y="224087"/>
                    <a:pt x="4042293" y="217563"/>
                    <a:pt x="4109430" y="200477"/>
                  </a:cubicBezTo>
                  <a:cubicBezTo>
                    <a:pt x="4135544" y="193834"/>
                    <a:pt x="4175268" y="201258"/>
                    <a:pt x="4208772" y="200914"/>
                  </a:cubicBezTo>
                  <a:cubicBezTo>
                    <a:pt x="4244136" y="200288"/>
                    <a:pt x="4280583" y="199908"/>
                    <a:pt x="4314641" y="196159"/>
                  </a:cubicBezTo>
                  <a:cubicBezTo>
                    <a:pt x="4402743" y="186278"/>
                    <a:pt x="4489848" y="174436"/>
                    <a:pt x="4577622" y="163774"/>
                  </a:cubicBezTo>
                  <a:cubicBezTo>
                    <a:pt x="4649843" y="154967"/>
                    <a:pt x="4719794" y="168553"/>
                    <a:pt x="4790345" y="177592"/>
                  </a:cubicBezTo>
                  <a:cubicBezTo>
                    <a:pt x="4834576" y="183345"/>
                    <a:pt x="4875614" y="193701"/>
                    <a:pt x="4926164" y="184139"/>
                  </a:cubicBezTo>
                  <a:cubicBezTo>
                    <a:pt x="4974485" y="175032"/>
                    <a:pt x="5034899" y="180870"/>
                    <a:pt x="5088812" y="177401"/>
                  </a:cubicBezTo>
                  <a:cubicBezTo>
                    <a:pt x="5134238" y="174439"/>
                    <a:pt x="5178353" y="168165"/>
                    <a:pt x="5222466" y="162082"/>
                  </a:cubicBezTo>
                  <a:cubicBezTo>
                    <a:pt x="5282519" y="153783"/>
                    <a:pt x="5341864" y="144876"/>
                    <a:pt x="5406528" y="153987"/>
                  </a:cubicBezTo>
                  <a:cubicBezTo>
                    <a:pt x="5479960" y="164323"/>
                    <a:pt x="5531876" y="142624"/>
                    <a:pt x="5590716" y="129490"/>
                  </a:cubicBezTo>
                  <a:cubicBezTo>
                    <a:pt x="5631296" y="120553"/>
                    <a:pt x="5675395" y="114659"/>
                    <a:pt x="5719429" y="110099"/>
                  </a:cubicBezTo>
                  <a:cubicBezTo>
                    <a:pt x="5778247" y="104215"/>
                    <a:pt x="5838715" y="102042"/>
                    <a:pt x="5897895" y="96368"/>
                  </a:cubicBezTo>
                  <a:cubicBezTo>
                    <a:pt x="5987399" y="87895"/>
                    <a:pt x="6077855" y="82333"/>
                    <a:pt x="6169957" y="94411"/>
                  </a:cubicBezTo>
                  <a:cubicBezTo>
                    <a:pt x="6212360" y="99875"/>
                    <a:pt x="6252010" y="101763"/>
                    <a:pt x="6294827" y="99236"/>
                  </a:cubicBezTo>
                  <a:cubicBezTo>
                    <a:pt x="6364965" y="95091"/>
                    <a:pt x="6436581" y="97891"/>
                    <a:pt x="6494261" y="71724"/>
                  </a:cubicBezTo>
                  <a:cubicBezTo>
                    <a:pt x="6514615" y="62488"/>
                    <a:pt x="6550354" y="61691"/>
                    <a:pt x="6579627" y="57883"/>
                  </a:cubicBezTo>
                  <a:cubicBezTo>
                    <a:pt x="6613354" y="53353"/>
                    <a:pt x="6637770" y="57878"/>
                    <a:pt x="6654800" y="77086"/>
                  </a:cubicBezTo>
                  <a:cubicBezTo>
                    <a:pt x="6662444" y="85688"/>
                    <a:pt x="6685147" y="94892"/>
                    <a:pt x="6703059" y="97166"/>
                  </a:cubicBezTo>
                  <a:cubicBezTo>
                    <a:pt x="6756799" y="103989"/>
                    <a:pt x="6806654" y="100687"/>
                    <a:pt x="6859445" y="90481"/>
                  </a:cubicBezTo>
                  <a:cubicBezTo>
                    <a:pt x="6908894" y="80861"/>
                    <a:pt x="6969747" y="85387"/>
                    <a:pt x="7025414" y="83536"/>
                  </a:cubicBezTo>
                  <a:cubicBezTo>
                    <a:pt x="7064862" y="82168"/>
                    <a:pt x="7104501" y="77186"/>
                    <a:pt x="7144137" y="79264"/>
                  </a:cubicBezTo>
                  <a:cubicBezTo>
                    <a:pt x="7193316" y="81841"/>
                    <a:pt x="7241809" y="90488"/>
                    <a:pt x="7291235" y="95367"/>
                  </a:cubicBezTo>
                  <a:cubicBezTo>
                    <a:pt x="7329668" y="99288"/>
                    <a:pt x="7368978" y="100585"/>
                    <a:pt x="7407395" y="104888"/>
                  </a:cubicBezTo>
                  <a:cubicBezTo>
                    <a:pt x="7438868" y="108256"/>
                    <a:pt x="7469832" y="114265"/>
                    <a:pt x="7500837" y="119515"/>
                  </a:cubicBezTo>
                  <a:cubicBezTo>
                    <a:pt x="7512146" y="121444"/>
                    <a:pt x="7523255" y="127178"/>
                    <a:pt x="7533567" y="126955"/>
                  </a:cubicBezTo>
                  <a:cubicBezTo>
                    <a:pt x="7636025" y="124121"/>
                    <a:pt x="7707510" y="164497"/>
                    <a:pt x="7792910" y="185188"/>
                  </a:cubicBezTo>
                  <a:cubicBezTo>
                    <a:pt x="7882663" y="207063"/>
                    <a:pt x="7969001" y="237914"/>
                    <a:pt x="8070699" y="235423"/>
                  </a:cubicBezTo>
                  <a:cubicBezTo>
                    <a:pt x="8132239" y="233879"/>
                    <a:pt x="8191903" y="225939"/>
                    <a:pt x="8253177" y="222473"/>
                  </a:cubicBezTo>
                  <a:cubicBezTo>
                    <a:pt x="8274949" y="221324"/>
                    <a:pt x="8299150" y="222976"/>
                    <a:pt x="8320683" y="226393"/>
                  </a:cubicBezTo>
                  <a:cubicBezTo>
                    <a:pt x="8424731" y="242340"/>
                    <a:pt x="8527777" y="249266"/>
                    <a:pt x="8631438" y="237528"/>
                  </a:cubicBezTo>
                  <a:cubicBezTo>
                    <a:pt x="8649201" y="235596"/>
                    <a:pt x="8668058" y="233915"/>
                    <a:pt x="8686410" y="234877"/>
                  </a:cubicBezTo>
                  <a:cubicBezTo>
                    <a:pt x="8786966" y="240146"/>
                    <a:pt x="8885480" y="249315"/>
                    <a:pt x="8980658" y="273001"/>
                  </a:cubicBezTo>
                  <a:cubicBezTo>
                    <a:pt x="9012626" y="280972"/>
                    <a:pt x="9052108" y="279035"/>
                    <a:pt x="9087625" y="282423"/>
                  </a:cubicBezTo>
                  <a:cubicBezTo>
                    <a:pt x="9120583" y="285484"/>
                    <a:pt x="9154319" y="287825"/>
                    <a:pt x="9186017" y="293875"/>
                  </a:cubicBezTo>
                  <a:cubicBezTo>
                    <a:pt x="9232288" y="302785"/>
                    <a:pt x="9275554" y="305815"/>
                    <a:pt x="9323931" y="302628"/>
                  </a:cubicBezTo>
                  <a:cubicBezTo>
                    <a:pt x="9370084" y="299705"/>
                    <a:pt x="9419491" y="304964"/>
                    <a:pt x="9467213" y="307275"/>
                  </a:cubicBezTo>
                  <a:cubicBezTo>
                    <a:pt x="9520438" y="309874"/>
                    <a:pt x="9573661" y="312473"/>
                    <a:pt x="9626826" y="316213"/>
                  </a:cubicBezTo>
                  <a:cubicBezTo>
                    <a:pt x="9648094" y="317708"/>
                    <a:pt x="9671915" y="326588"/>
                    <a:pt x="9689696" y="324467"/>
                  </a:cubicBezTo>
                  <a:cubicBezTo>
                    <a:pt x="9747117" y="317175"/>
                    <a:pt x="9803355" y="332523"/>
                    <a:pt x="9860526" y="329986"/>
                  </a:cubicBezTo>
                  <a:cubicBezTo>
                    <a:pt x="9888572" y="328594"/>
                    <a:pt x="9919723" y="338048"/>
                    <a:pt x="9949775" y="340386"/>
                  </a:cubicBezTo>
                  <a:cubicBezTo>
                    <a:pt x="9998886" y="344296"/>
                    <a:pt x="10048092" y="346302"/>
                    <a:pt x="10097252" y="349262"/>
                  </a:cubicBezTo>
                  <a:cubicBezTo>
                    <a:pt x="10113390" y="350297"/>
                    <a:pt x="10129133" y="351886"/>
                    <a:pt x="10145261" y="353113"/>
                  </a:cubicBezTo>
                  <a:cubicBezTo>
                    <a:pt x="10159555" y="354243"/>
                    <a:pt x="10174512" y="356743"/>
                    <a:pt x="10188159" y="356124"/>
                  </a:cubicBezTo>
                  <a:cubicBezTo>
                    <a:pt x="10237589" y="353944"/>
                    <a:pt x="10286441" y="348682"/>
                    <a:pt x="10336144" y="348235"/>
                  </a:cubicBezTo>
                  <a:cubicBezTo>
                    <a:pt x="10379222" y="347822"/>
                    <a:pt x="10423443" y="353764"/>
                    <a:pt x="10466847" y="354131"/>
                  </a:cubicBezTo>
                  <a:cubicBezTo>
                    <a:pt x="10543353" y="354898"/>
                    <a:pt x="10619988" y="353190"/>
                    <a:pt x="10696514" y="353575"/>
                  </a:cubicBezTo>
                  <a:cubicBezTo>
                    <a:pt x="10713071" y="353680"/>
                    <a:pt x="10730069" y="359342"/>
                    <a:pt x="10746932" y="360606"/>
                  </a:cubicBezTo>
                  <a:cubicBezTo>
                    <a:pt x="10799731" y="364326"/>
                    <a:pt x="10852569" y="367289"/>
                    <a:pt x="10905388" y="370627"/>
                  </a:cubicBezTo>
                  <a:cubicBezTo>
                    <a:pt x="10935470" y="372396"/>
                    <a:pt x="10965963" y="373421"/>
                    <a:pt x="10995602" y="376691"/>
                  </a:cubicBezTo>
                  <a:cubicBezTo>
                    <a:pt x="11034750" y="381032"/>
                    <a:pt x="11070168" y="386324"/>
                    <a:pt x="11107647" y="373405"/>
                  </a:cubicBezTo>
                  <a:cubicBezTo>
                    <a:pt x="11165372" y="353347"/>
                    <a:pt x="11236837" y="366060"/>
                    <a:pt x="11302440" y="364156"/>
                  </a:cubicBezTo>
                  <a:cubicBezTo>
                    <a:pt x="11319394" y="363708"/>
                    <a:pt x="11336655" y="364422"/>
                    <a:pt x="11353613" y="363785"/>
                  </a:cubicBezTo>
                  <a:cubicBezTo>
                    <a:pt x="11384961" y="362566"/>
                    <a:pt x="11415955" y="360947"/>
                    <a:pt x="11447323" y="359346"/>
                  </a:cubicBezTo>
                  <a:cubicBezTo>
                    <a:pt x="11452855" y="359066"/>
                    <a:pt x="11459104" y="359200"/>
                    <a:pt x="11464292" y="358519"/>
                  </a:cubicBezTo>
                  <a:cubicBezTo>
                    <a:pt x="11512058" y="353010"/>
                    <a:pt x="11559143" y="346321"/>
                    <a:pt x="11607560" y="342370"/>
                  </a:cubicBezTo>
                  <a:cubicBezTo>
                    <a:pt x="11631218" y="340368"/>
                    <a:pt x="11657295" y="341352"/>
                    <a:pt x="11681426" y="344335"/>
                  </a:cubicBezTo>
                  <a:cubicBezTo>
                    <a:pt x="11751997" y="352993"/>
                    <a:pt x="11821986" y="358760"/>
                    <a:pt x="11893565" y="355261"/>
                  </a:cubicBezTo>
                  <a:cubicBezTo>
                    <a:pt x="11921973" y="353889"/>
                    <a:pt x="11953288" y="360300"/>
                    <a:pt x="11983290" y="363588"/>
                  </a:cubicBezTo>
                  <a:lnTo>
                    <a:pt x="12192000" y="388018"/>
                  </a:lnTo>
                  <a:lnTo>
                    <a:pt x="12192000" y="577115"/>
                  </a:lnTo>
                  <a:lnTo>
                    <a:pt x="12157329" y="588862"/>
                  </a:lnTo>
                  <a:cubicBezTo>
                    <a:pt x="12118393" y="608572"/>
                    <a:pt x="12109715" y="605637"/>
                    <a:pt x="12066948" y="586034"/>
                  </a:cubicBezTo>
                  <a:cubicBezTo>
                    <a:pt x="12016991" y="563193"/>
                    <a:pt x="11965119" y="541779"/>
                    <a:pt x="11911344" y="521599"/>
                  </a:cubicBezTo>
                  <a:cubicBezTo>
                    <a:pt x="11894383" y="515178"/>
                    <a:pt x="11869417" y="514060"/>
                    <a:pt x="11847823" y="511785"/>
                  </a:cubicBezTo>
                  <a:cubicBezTo>
                    <a:pt x="11811233" y="507768"/>
                    <a:pt x="11773630" y="501982"/>
                    <a:pt x="11737547" y="502380"/>
                  </a:cubicBezTo>
                  <a:cubicBezTo>
                    <a:pt x="11702930" y="502855"/>
                    <a:pt x="11668388" y="508866"/>
                    <a:pt x="11636052" y="514993"/>
                  </a:cubicBezTo>
                  <a:cubicBezTo>
                    <a:pt x="11545722" y="532199"/>
                    <a:pt x="11462455" y="555118"/>
                    <a:pt x="11394706" y="590867"/>
                  </a:cubicBezTo>
                  <a:cubicBezTo>
                    <a:pt x="11385999" y="595562"/>
                    <a:pt x="11369016" y="596581"/>
                    <a:pt x="11354978" y="597561"/>
                  </a:cubicBezTo>
                  <a:cubicBezTo>
                    <a:pt x="11332076" y="599224"/>
                    <a:pt x="11308448" y="600655"/>
                    <a:pt x="11285306" y="599825"/>
                  </a:cubicBezTo>
                  <a:cubicBezTo>
                    <a:pt x="11172906" y="595841"/>
                    <a:pt x="11083430" y="617861"/>
                    <a:pt x="11008528" y="656670"/>
                  </a:cubicBezTo>
                  <a:cubicBezTo>
                    <a:pt x="10986971" y="667750"/>
                    <a:pt x="10970753" y="668236"/>
                    <a:pt x="10948735" y="652964"/>
                  </a:cubicBezTo>
                  <a:cubicBezTo>
                    <a:pt x="10923173" y="635218"/>
                    <a:pt x="10885031" y="639705"/>
                    <a:pt x="10850698" y="641721"/>
                  </a:cubicBezTo>
                  <a:cubicBezTo>
                    <a:pt x="10815269" y="643680"/>
                    <a:pt x="10779458" y="645811"/>
                    <a:pt x="10744026" y="647769"/>
                  </a:cubicBezTo>
                  <a:cubicBezTo>
                    <a:pt x="10717832" y="649066"/>
                    <a:pt x="10692021" y="650003"/>
                    <a:pt x="10666160" y="651891"/>
                  </a:cubicBezTo>
                  <a:cubicBezTo>
                    <a:pt x="10585627" y="657783"/>
                    <a:pt x="10513854" y="650969"/>
                    <a:pt x="10450521" y="616552"/>
                  </a:cubicBezTo>
                  <a:cubicBezTo>
                    <a:pt x="10402221" y="590175"/>
                    <a:pt x="10339099" y="579806"/>
                    <a:pt x="10271192" y="583498"/>
                  </a:cubicBezTo>
                  <a:cubicBezTo>
                    <a:pt x="10262701" y="584006"/>
                    <a:pt x="10251859" y="587254"/>
                    <a:pt x="10246067" y="585423"/>
                  </a:cubicBezTo>
                  <a:cubicBezTo>
                    <a:pt x="10158786" y="558528"/>
                    <a:pt x="10086634" y="594049"/>
                    <a:pt x="10005027" y="592252"/>
                  </a:cubicBezTo>
                  <a:cubicBezTo>
                    <a:pt x="9969004" y="591507"/>
                    <a:pt x="9931565" y="603664"/>
                    <a:pt x="9898681" y="613195"/>
                  </a:cubicBezTo>
                  <a:cubicBezTo>
                    <a:pt x="9853463" y="626281"/>
                    <a:pt x="9813049" y="639042"/>
                    <a:pt x="9753225" y="629038"/>
                  </a:cubicBezTo>
                  <a:cubicBezTo>
                    <a:pt x="9693404" y="618845"/>
                    <a:pt x="9637675" y="628898"/>
                    <a:pt x="9591376" y="648601"/>
                  </a:cubicBezTo>
                  <a:cubicBezTo>
                    <a:pt x="9556001" y="663537"/>
                    <a:pt x="9518120" y="663077"/>
                    <a:pt x="9472860" y="655936"/>
                  </a:cubicBezTo>
                  <a:cubicBezTo>
                    <a:pt x="9416283" y="647056"/>
                    <a:pt x="9357217" y="643578"/>
                    <a:pt x="9299788" y="636945"/>
                  </a:cubicBezTo>
                  <a:cubicBezTo>
                    <a:pt x="9287347" y="635531"/>
                    <a:pt x="9271710" y="632039"/>
                    <a:pt x="9264605" y="627087"/>
                  </a:cubicBezTo>
                  <a:cubicBezTo>
                    <a:pt x="9177661" y="565680"/>
                    <a:pt x="9051076" y="558473"/>
                    <a:pt x="8926435" y="549269"/>
                  </a:cubicBezTo>
                  <a:cubicBezTo>
                    <a:pt x="8850925" y="543595"/>
                    <a:pt x="8774954" y="539613"/>
                    <a:pt x="8698934" y="536583"/>
                  </a:cubicBezTo>
                  <a:cubicBezTo>
                    <a:pt x="8673232" y="535428"/>
                    <a:pt x="8645916" y="537050"/>
                    <a:pt x="8622862" y="541563"/>
                  </a:cubicBezTo>
                  <a:cubicBezTo>
                    <a:pt x="8574890" y="551069"/>
                    <a:pt x="8530403" y="564380"/>
                    <a:pt x="8482784" y="574094"/>
                  </a:cubicBezTo>
                  <a:cubicBezTo>
                    <a:pt x="8464923" y="577929"/>
                    <a:pt x="8442157" y="576927"/>
                    <a:pt x="8421565" y="576610"/>
                  </a:cubicBezTo>
                  <a:cubicBezTo>
                    <a:pt x="8385152" y="576229"/>
                    <a:pt x="8345023" y="569546"/>
                    <a:pt x="8313469" y="574762"/>
                  </a:cubicBezTo>
                  <a:cubicBezTo>
                    <a:pt x="8231431" y="588203"/>
                    <a:pt x="8155671" y="580227"/>
                    <a:pt x="8079520" y="558685"/>
                  </a:cubicBezTo>
                  <a:cubicBezTo>
                    <a:pt x="7972906" y="528487"/>
                    <a:pt x="7870782" y="525043"/>
                    <a:pt x="7773327" y="558854"/>
                  </a:cubicBezTo>
                  <a:cubicBezTo>
                    <a:pt x="7729470" y="574107"/>
                    <a:pt x="7688069" y="563543"/>
                    <a:pt x="7652477" y="547561"/>
                  </a:cubicBezTo>
                  <a:cubicBezTo>
                    <a:pt x="7611494" y="529005"/>
                    <a:pt x="7570974" y="522685"/>
                    <a:pt x="7522274" y="532150"/>
                  </a:cubicBezTo>
                  <a:cubicBezTo>
                    <a:pt x="7511488" y="534257"/>
                    <a:pt x="7496511" y="532136"/>
                    <a:pt x="7484080" y="530532"/>
                  </a:cubicBezTo>
                  <a:cubicBezTo>
                    <a:pt x="7413133" y="522044"/>
                    <a:pt x="7341987" y="510303"/>
                    <a:pt x="7282277" y="540177"/>
                  </a:cubicBezTo>
                  <a:cubicBezTo>
                    <a:pt x="7270558" y="546051"/>
                    <a:pt x="7251336" y="547713"/>
                    <a:pt x="7235690" y="551282"/>
                  </a:cubicBezTo>
                  <a:cubicBezTo>
                    <a:pt x="7170161" y="565782"/>
                    <a:pt x="7172820" y="564203"/>
                    <a:pt x="7116339" y="539494"/>
                  </a:cubicBezTo>
                  <a:cubicBezTo>
                    <a:pt x="7086841" y="526502"/>
                    <a:pt x="7045980" y="512724"/>
                    <a:pt x="7011067" y="511848"/>
                  </a:cubicBezTo>
                  <a:cubicBezTo>
                    <a:pt x="6800473" y="506533"/>
                    <a:pt x="6601893" y="468653"/>
                    <a:pt x="6403234" y="432296"/>
                  </a:cubicBezTo>
                  <a:cubicBezTo>
                    <a:pt x="6280760" y="409851"/>
                    <a:pt x="6160432" y="402592"/>
                    <a:pt x="6036273" y="412301"/>
                  </a:cubicBezTo>
                  <a:cubicBezTo>
                    <a:pt x="5946471" y="419425"/>
                    <a:pt x="5863077" y="395593"/>
                    <a:pt x="5780467" y="377910"/>
                  </a:cubicBezTo>
                  <a:cubicBezTo>
                    <a:pt x="5763357" y="374343"/>
                    <a:pt x="5747757" y="363033"/>
                    <a:pt x="5739051" y="353609"/>
                  </a:cubicBezTo>
                  <a:cubicBezTo>
                    <a:pt x="5707675" y="320294"/>
                    <a:pt x="5653252" y="312483"/>
                    <a:pt x="5583566" y="321995"/>
                  </a:cubicBezTo>
                  <a:cubicBezTo>
                    <a:pt x="5528347" y="329404"/>
                    <a:pt x="5477716" y="340486"/>
                    <a:pt x="5432030" y="362512"/>
                  </a:cubicBezTo>
                  <a:cubicBezTo>
                    <a:pt x="5378421" y="388318"/>
                    <a:pt x="5322767" y="418026"/>
                    <a:pt x="5241398" y="425781"/>
                  </a:cubicBezTo>
                  <a:cubicBezTo>
                    <a:pt x="5206262" y="429089"/>
                    <a:pt x="5176131" y="428273"/>
                    <a:pt x="5139710" y="421022"/>
                  </a:cubicBezTo>
                  <a:cubicBezTo>
                    <a:pt x="5069048" y="407018"/>
                    <a:pt x="4997864" y="396037"/>
                    <a:pt x="4929402" y="424310"/>
                  </a:cubicBezTo>
                  <a:cubicBezTo>
                    <a:pt x="4891785" y="439890"/>
                    <a:pt x="4841650" y="448519"/>
                    <a:pt x="4782793" y="441046"/>
                  </a:cubicBezTo>
                  <a:cubicBezTo>
                    <a:pt x="4709316" y="431663"/>
                    <a:pt x="4641426" y="442031"/>
                    <a:pt x="4577594" y="459290"/>
                  </a:cubicBezTo>
                  <a:cubicBezTo>
                    <a:pt x="4554816" y="465538"/>
                    <a:pt x="4527069" y="468279"/>
                    <a:pt x="4500826" y="470529"/>
                  </a:cubicBezTo>
                  <a:cubicBezTo>
                    <a:pt x="4440199" y="475746"/>
                    <a:pt x="4379252" y="479993"/>
                    <a:pt x="4317973" y="483649"/>
                  </a:cubicBezTo>
                  <a:cubicBezTo>
                    <a:pt x="4267762" y="486741"/>
                    <a:pt x="4217264" y="488292"/>
                    <a:pt x="4166722" y="490602"/>
                  </a:cubicBezTo>
                  <a:cubicBezTo>
                    <a:pt x="4111394" y="493045"/>
                    <a:pt x="4067073" y="503124"/>
                    <a:pt x="4042814" y="530660"/>
                  </a:cubicBezTo>
                  <a:cubicBezTo>
                    <a:pt x="4034996" y="539407"/>
                    <a:pt x="4017001" y="545715"/>
                    <a:pt x="4002653" y="552594"/>
                  </a:cubicBezTo>
                  <a:cubicBezTo>
                    <a:pt x="3992459" y="557592"/>
                    <a:pt x="3979023" y="561086"/>
                    <a:pt x="3969549" y="566312"/>
                  </a:cubicBezTo>
                  <a:cubicBezTo>
                    <a:pt x="3919896" y="593854"/>
                    <a:pt x="3870968" y="621622"/>
                    <a:pt x="3821685" y="649183"/>
                  </a:cubicBezTo>
                  <a:cubicBezTo>
                    <a:pt x="3816761" y="651788"/>
                    <a:pt x="3811445" y="654943"/>
                    <a:pt x="3805138" y="655947"/>
                  </a:cubicBezTo>
                  <a:cubicBezTo>
                    <a:pt x="3739817" y="666451"/>
                    <a:pt x="3673801" y="676154"/>
                    <a:pt x="3609177" y="687459"/>
                  </a:cubicBezTo>
                  <a:cubicBezTo>
                    <a:pt x="3584288" y="691878"/>
                    <a:pt x="3558597" y="697589"/>
                    <a:pt x="3539727" y="706521"/>
                  </a:cubicBezTo>
                  <a:cubicBezTo>
                    <a:pt x="3496714" y="726780"/>
                    <a:pt x="3457268" y="749132"/>
                    <a:pt x="3396572" y="755681"/>
                  </a:cubicBezTo>
                  <a:cubicBezTo>
                    <a:pt x="3378807" y="757611"/>
                    <a:pt x="3357809" y="758036"/>
                    <a:pt x="3341054" y="754679"/>
                  </a:cubicBezTo>
                  <a:cubicBezTo>
                    <a:pt x="3272962" y="740809"/>
                    <a:pt x="3206471" y="724541"/>
                    <a:pt x="3138775" y="710120"/>
                  </a:cubicBezTo>
                  <a:cubicBezTo>
                    <a:pt x="3095820" y="701191"/>
                    <a:pt x="3056969" y="691141"/>
                    <a:pt x="3037283" y="666453"/>
                  </a:cubicBezTo>
                  <a:cubicBezTo>
                    <a:pt x="3031764" y="659487"/>
                    <a:pt x="3015626" y="651391"/>
                    <a:pt x="3002117" y="649347"/>
                  </a:cubicBezTo>
                  <a:cubicBezTo>
                    <a:pt x="2915220" y="636209"/>
                    <a:pt x="2829194" y="627503"/>
                    <a:pt x="2747294" y="652400"/>
                  </a:cubicBezTo>
                  <a:cubicBezTo>
                    <a:pt x="2730084" y="657794"/>
                    <a:pt x="2698519" y="656140"/>
                    <a:pt x="2676273" y="652304"/>
                  </a:cubicBezTo>
                  <a:cubicBezTo>
                    <a:pt x="2590546" y="637890"/>
                    <a:pt x="2508883" y="630176"/>
                    <a:pt x="2432360" y="657836"/>
                  </a:cubicBezTo>
                  <a:cubicBezTo>
                    <a:pt x="2423352" y="661179"/>
                    <a:pt x="2395274" y="656272"/>
                    <a:pt x="2382311" y="650824"/>
                  </a:cubicBezTo>
                  <a:cubicBezTo>
                    <a:pt x="2257393" y="597728"/>
                    <a:pt x="2187724" y="592930"/>
                    <a:pt x="2055134" y="630053"/>
                  </a:cubicBezTo>
                  <a:cubicBezTo>
                    <a:pt x="2046542" y="632464"/>
                    <a:pt x="2035364" y="635121"/>
                    <a:pt x="2031829" y="639324"/>
                  </a:cubicBezTo>
                  <a:cubicBezTo>
                    <a:pt x="2007977" y="666120"/>
                    <a:pt x="1960229" y="664380"/>
                    <a:pt x="1912764" y="664183"/>
                  </a:cubicBezTo>
                  <a:cubicBezTo>
                    <a:pt x="1860521" y="663924"/>
                    <a:pt x="1808236" y="664426"/>
                    <a:pt x="1755637" y="663960"/>
                  </a:cubicBezTo>
                  <a:cubicBezTo>
                    <a:pt x="1746439" y="663859"/>
                    <a:pt x="1736243" y="661799"/>
                    <a:pt x="1727159" y="659605"/>
                  </a:cubicBezTo>
                  <a:cubicBezTo>
                    <a:pt x="1692256" y="651480"/>
                    <a:pt x="1658604" y="640559"/>
                    <a:pt x="1622470" y="634850"/>
                  </a:cubicBezTo>
                  <a:cubicBezTo>
                    <a:pt x="1544362" y="622552"/>
                    <a:pt x="1469248" y="602210"/>
                    <a:pt x="1385955" y="604522"/>
                  </a:cubicBezTo>
                  <a:cubicBezTo>
                    <a:pt x="1371585" y="604913"/>
                    <a:pt x="1355357" y="598530"/>
                    <a:pt x="1340055" y="595629"/>
                  </a:cubicBezTo>
                  <a:cubicBezTo>
                    <a:pt x="1312351" y="590552"/>
                    <a:pt x="1285460" y="583993"/>
                    <a:pt x="1257271" y="581180"/>
                  </a:cubicBezTo>
                  <a:cubicBezTo>
                    <a:pt x="1182583" y="573830"/>
                    <a:pt x="1107142" y="566824"/>
                    <a:pt x="1031914" y="562692"/>
                  </a:cubicBezTo>
                  <a:cubicBezTo>
                    <a:pt x="995593" y="560597"/>
                    <a:pt x="958880" y="565923"/>
                    <a:pt x="922031" y="566853"/>
                  </a:cubicBezTo>
                  <a:cubicBezTo>
                    <a:pt x="905446" y="567320"/>
                    <a:pt x="878533" y="568199"/>
                    <a:pt x="873250" y="563724"/>
                  </a:cubicBezTo>
                  <a:cubicBezTo>
                    <a:pt x="832343" y="529722"/>
                    <a:pt x="772202" y="532674"/>
                    <a:pt x="711627" y="529880"/>
                  </a:cubicBezTo>
                  <a:cubicBezTo>
                    <a:pt x="577999" y="523641"/>
                    <a:pt x="447408" y="543696"/>
                    <a:pt x="311112" y="525106"/>
                  </a:cubicBezTo>
                  <a:cubicBezTo>
                    <a:pt x="271645" y="519795"/>
                    <a:pt x="226936" y="530235"/>
                    <a:pt x="184145" y="532188"/>
                  </a:cubicBezTo>
                  <a:cubicBezTo>
                    <a:pt x="162015" y="533128"/>
                    <a:pt x="137665" y="534333"/>
                    <a:pt x="116886" y="530572"/>
                  </a:cubicBezTo>
                  <a:cubicBezTo>
                    <a:pt x="84810" y="524693"/>
                    <a:pt x="54011" y="515448"/>
                    <a:pt x="23941" y="506433"/>
                  </a:cubicBezTo>
                  <a:lnTo>
                    <a:pt x="0" y="502149"/>
                  </a:lnTo>
                  <a:close/>
                </a:path>
              </a:pathLst>
            </a:custGeom>
            <a:solidFill>
              <a:srgbClr val="FFFFFF"/>
            </a:solidFill>
            <a:ln w="12700" cap="flat" cmpd="sng" algn="ctr">
              <a:noFill/>
              <a:prstDash val="solid"/>
              <a:miter lim="800000"/>
            </a:ln>
            <a:effectLst>
              <a:outerShdw blurRad="381000" dist="152400" dir="5400000" algn="t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041" name="Freeform: Shape 1040">
              <a:extLst>
                <a:ext uri="{FF2B5EF4-FFF2-40B4-BE49-F238E27FC236}">
                  <a16:creationId xmlns:a16="http://schemas.microsoft.com/office/drawing/2014/main" id="{4EBC51E4-7477-4290-BBD0-18AD942C36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2959818"/>
              <a:ext cx="12192000" cy="757168"/>
            </a:xfrm>
            <a:custGeom>
              <a:avLst/>
              <a:gdLst>
                <a:gd name="connsiteX0" fmla="*/ 0 w 12192000"/>
                <a:gd name="connsiteY0" fmla="*/ 0 h 757168"/>
                <a:gd name="connsiteX1" fmla="*/ 41653 w 12192000"/>
                <a:gd name="connsiteY1" fmla="*/ 6945 h 757168"/>
                <a:gd name="connsiteX2" fmla="*/ 81317 w 12192000"/>
                <a:gd name="connsiteY2" fmla="*/ 15509 h 757168"/>
                <a:gd name="connsiteX3" fmla="*/ 114150 w 12192000"/>
                <a:gd name="connsiteY3" fmla="*/ 28105 h 757168"/>
                <a:gd name="connsiteX4" fmla="*/ 214865 w 12192000"/>
                <a:gd name="connsiteY4" fmla="*/ 58374 h 757168"/>
                <a:gd name="connsiteX5" fmla="*/ 299237 w 12192000"/>
                <a:gd name="connsiteY5" fmla="*/ 63560 h 757168"/>
                <a:gd name="connsiteX6" fmla="*/ 415570 w 12192000"/>
                <a:gd name="connsiteY6" fmla="*/ 83774 h 757168"/>
                <a:gd name="connsiteX7" fmla="*/ 633210 w 12192000"/>
                <a:gd name="connsiteY7" fmla="*/ 109108 h 757168"/>
                <a:gd name="connsiteX8" fmla="*/ 677567 w 12192000"/>
                <a:gd name="connsiteY8" fmla="*/ 119446 h 757168"/>
                <a:gd name="connsiteX9" fmla="*/ 946429 w 12192000"/>
                <a:gd name="connsiteY9" fmla="*/ 171502 h 757168"/>
                <a:gd name="connsiteX10" fmla="*/ 1163367 w 12192000"/>
                <a:gd name="connsiteY10" fmla="*/ 182106 h 757168"/>
                <a:gd name="connsiteX11" fmla="*/ 1180337 w 12192000"/>
                <a:gd name="connsiteY11" fmla="*/ 181279 h 757168"/>
                <a:gd name="connsiteX12" fmla="*/ 1263939 w 12192000"/>
                <a:gd name="connsiteY12" fmla="*/ 173070 h 757168"/>
                <a:gd name="connsiteX13" fmla="*/ 1392213 w 12192000"/>
                <a:gd name="connsiteY13" fmla="*/ 183225 h 757168"/>
                <a:gd name="connsiteX14" fmla="*/ 1479752 w 12192000"/>
                <a:gd name="connsiteY14" fmla="*/ 205174 h 757168"/>
                <a:gd name="connsiteX15" fmla="*/ 1589813 w 12192000"/>
                <a:gd name="connsiteY15" fmla="*/ 211706 h 757168"/>
                <a:gd name="connsiteX16" fmla="*/ 1716264 w 12192000"/>
                <a:gd name="connsiteY16" fmla="*/ 207459 h 757168"/>
                <a:gd name="connsiteX17" fmla="*/ 1772900 w 12192000"/>
                <a:gd name="connsiteY17" fmla="*/ 208137 h 757168"/>
                <a:gd name="connsiteX18" fmla="*/ 1929319 w 12192000"/>
                <a:gd name="connsiteY18" fmla="*/ 193822 h 757168"/>
                <a:gd name="connsiteX19" fmla="*/ 2021514 w 12192000"/>
                <a:gd name="connsiteY19" fmla="*/ 204186 h 757168"/>
                <a:gd name="connsiteX20" fmla="*/ 2111753 w 12192000"/>
                <a:gd name="connsiteY20" fmla="*/ 223797 h 757168"/>
                <a:gd name="connsiteX21" fmla="*/ 2169356 w 12192000"/>
                <a:gd name="connsiteY21" fmla="*/ 241125 h 757168"/>
                <a:gd name="connsiteX22" fmla="*/ 2286638 w 12192000"/>
                <a:gd name="connsiteY22" fmla="*/ 257382 h 757168"/>
                <a:gd name="connsiteX23" fmla="*/ 2308368 w 12192000"/>
                <a:gd name="connsiteY23" fmla="*/ 256995 h 757168"/>
                <a:gd name="connsiteX24" fmla="*/ 2660621 w 12192000"/>
                <a:gd name="connsiteY24" fmla="*/ 262863 h 757168"/>
                <a:gd name="connsiteX25" fmla="*/ 2801134 w 12192000"/>
                <a:gd name="connsiteY25" fmla="*/ 250006 h 757168"/>
                <a:gd name="connsiteX26" fmla="*/ 2830994 w 12192000"/>
                <a:gd name="connsiteY26" fmla="*/ 249091 h 757168"/>
                <a:gd name="connsiteX27" fmla="*/ 3129084 w 12192000"/>
                <a:gd name="connsiteY27" fmla="*/ 242009 h 757168"/>
                <a:gd name="connsiteX28" fmla="*/ 3162162 w 12192000"/>
                <a:gd name="connsiteY28" fmla="*/ 242789 h 757168"/>
                <a:gd name="connsiteX29" fmla="*/ 3254072 w 12192000"/>
                <a:gd name="connsiteY29" fmla="*/ 251612 h 757168"/>
                <a:gd name="connsiteX30" fmla="*/ 3473491 w 12192000"/>
                <a:gd name="connsiteY30" fmla="*/ 221903 h 757168"/>
                <a:gd name="connsiteX31" fmla="*/ 3691860 w 12192000"/>
                <a:gd name="connsiteY31" fmla="*/ 219228 h 757168"/>
                <a:gd name="connsiteX32" fmla="*/ 3811494 w 12192000"/>
                <a:gd name="connsiteY32" fmla="*/ 225691 h 757168"/>
                <a:gd name="connsiteX33" fmla="*/ 3897533 w 12192000"/>
                <a:gd name="connsiteY33" fmla="*/ 220087 h 757168"/>
                <a:gd name="connsiteX34" fmla="*/ 4109430 w 12192000"/>
                <a:gd name="connsiteY34" fmla="*/ 200477 h 757168"/>
                <a:gd name="connsiteX35" fmla="*/ 4208772 w 12192000"/>
                <a:gd name="connsiteY35" fmla="*/ 200914 h 757168"/>
                <a:gd name="connsiteX36" fmla="*/ 4314641 w 12192000"/>
                <a:gd name="connsiteY36" fmla="*/ 196159 h 757168"/>
                <a:gd name="connsiteX37" fmla="*/ 4577622 w 12192000"/>
                <a:gd name="connsiteY37" fmla="*/ 163774 h 757168"/>
                <a:gd name="connsiteX38" fmla="*/ 4790345 w 12192000"/>
                <a:gd name="connsiteY38" fmla="*/ 177592 h 757168"/>
                <a:gd name="connsiteX39" fmla="*/ 4926164 w 12192000"/>
                <a:gd name="connsiteY39" fmla="*/ 184139 h 757168"/>
                <a:gd name="connsiteX40" fmla="*/ 5088812 w 12192000"/>
                <a:gd name="connsiteY40" fmla="*/ 177401 h 757168"/>
                <a:gd name="connsiteX41" fmla="*/ 5222466 w 12192000"/>
                <a:gd name="connsiteY41" fmla="*/ 162082 h 757168"/>
                <a:gd name="connsiteX42" fmla="*/ 5406528 w 12192000"/>
                <a:gd name="connsiteY42" fmla="*/ 153987 h 757168"/>
                <a:gd name="connsiteX43" fmla="*/ 5590716 w 12192000"/>
                <a:gd name="connsiteY43" fmla="*/ 129490 h 757168"/>
                <a:gd name="connsiteX44" fmla="*/ 5719429 w 12192000"/>
                <a:gd name="connsiteY44" fmla="*/ 110099 h 757168"/>
                <a:gd name="connsiteX45" fmla="*/ 5897895 w 12192000"/>
                <a:gd name="connsiteY45" fmla="*/ 96368 h 757168"/>
                <a:gd name="connsiteX46" fmla="*/ 6169957 w 12192000"/>
                <a:gd name="connsiteY46" fmla="*/ 94411 h 757168"/>
                <a:gd name="connsiteX47" fmla="*/ 6294827 w 12192000"/>
                <a:gd name="connsiteY47" fmla="*/ 99236 h 757168"/>
                <a:gd name="connsiteX48" fmla="*/ 6494261 w 12192000"/>
                <a:gd name="connsiteY48" fmla="*/ 71724 h 757168"/>
                <a:gd name="connsiteX49" fmla="*/ 6579627 w 12192000"/>
                <a:gd name="connsiteY49" fmla="*/ 57883 h 757168"/>
                <a:gd name="connsiteX50" fmla="*/ 6654800 w 12192000"/>
                <a:gd name="connsiteY50" fmla="*/ 77086 h 757168"/>
                <a:gd name="connsiteX51" fmla="*/ 6703059 w 12192000"/>
                <a:gd name="connsiteY51" fmla="*/ 97166 h 757168"/>
                <a:gd name="connsiteX52" fmla="*/ 6859445 w 12192000"/>
                <a:gd name="connsiteY52" fmla="*/ 90481 h 757168"/>
                <a:gd name="connsiteX53" fmla="*/ 7025414 w 12192000"/>
                <a:gd name="connsiteY53" fmla="*/ 83536 h 757168"/>
                <a:gd name="connsiteX54" fmla="*/ 7144137 w 12192000"/>
                <a:gd name="connsiteY54" fmla="*/ 79264 h 757168"/>
                <a:gd name="connsiteX55" fmla="*/ 7291235 w 12192000"/>
                <a:gd name="connsiteY55" fmla="*/ 95367 h 757168"/>
                <a:gd name="connsiteX56" fmla="*/ 7407395 w 12192000"/>
                <a:gd name="connsiteY56" fmla="*/ 104888 h 757168"/>
                <a:gd name="connsiteX57" fmla="*/ 7500837 w 12192000"/>
                <a:gd name="connsiteY57" fmla="*/ 119515 h 757168"/>
                <a:gd name="connsiteX58" fmla="*/ 7533567 w 12192000"/>
                <a:gd name="connsiteY58" fmla="*/ 126955 h 757168"/>
                <a:gd name="connsiteX59" fmla="*/ 7792910 w 12192000"/>
                <a:gd name="connsiteY59" fmla="*/ 185188 h 757168"/>
                <a:gd name="connsiteX60" fmla="*/ 8070699 w 12192000"/>
                <a:gd name="connsiteY60" fmla="*/ 235423 h 757168"/>
                <a:gd name="connsiteX61" fmla="*/ 8253177 w 12192000"/>
                <a:gd name="connsiteY61" fmla="*/ 222473 h 757168"/>
                <a:gd name="connsiteX62" fmla="*/ 8320683 w 12192000"/>
                <a:gd name="connsiteY62" fmla="*/ 226393 h 757168"/>
                <a:gd name="connsiteX63" fmla="*/ 8631438 w 12192000"/>
                <a:gd name="connsiteY63" fmla="*/ 237528 h 757168"/>
                <a:gd name="connsiteX64" fmla="*/ 8686410 w 12192000"/>
                <a:gd name="connsiteY64" fmla="*/ 234877 h 757168"/>
                <a:gd name="connsiteX65" fmla="*/ 8980658 w 12192000"/>
                <a:gd name="connsiteY65" fmla="*/ 273001 h 757168"/>
                <a:gd name="connsiteX66" fmla="*/ 9087625 w 12192000"/>
                <a:gd name="connsiteY66" fmla="*/ 282423 h 757168"/>
                <a:gd name="connsiteX67" fmla="*/ 9186017 w 12192000"/>
                <a:gd name="connsiteY67" fmla="*/ 293875 h 757168"/>
                <a:gd name="connsiteX68" fmla="*/ 9323931 w 12192000"/>
                <a:gd name="connsiteY68" fmla="*/ 302628 h 757168"/>
                <a:gd name="connsiteX69" fmla="*/ 9467213 w 12192000"/>
                <a:gd name="connsiteY69" fmla="*/ 307275 h 757168"/>
                <a:gd name="connsiteX70" fmla="*/ 9626826 w 12192000"/>
                <a:gd name="connsiteY70" fmla="*/ 316213 h 757168"/>
                <a:gd name="connsiteX71" fmla="*/ 9689696 w 12192000"/>
                <a:gd name="connsiteY71" fmla="*/ 324467 h 757168"/>
                <a:gd name="connsiteX72" fmla="*/ 9860526 w 12192000"/>
                <a:gd name="connsiteY72" fmla="*/ 329986 h 757168"/>
                <a:gd name="connsiteX73" fmla="*/ 9949775 w 12192000"/>
                <a:gd name="connsiteY73" fmla="*/ 340386 h 757168"/>
                <a:gd name="connsiteX74" fmla="*/ 10097252 w 12192000"/>
                <a:gd name="connsiteY74" fmla="*/ 349262 h 757168"/>
                <a:gd name="connsiteX75" fmla="*/ 10145261 w 12192000"/>
                <a:gd name="connsiteY75" fmla="*/ 353113 h 757168"/>
                <a:gd name="connsiteX76" fmla="*/ 10188159 w 12192000"/>
                <a:gd name="connsiteY76" fmla="*/ 356124 h 757168"/>
                <a:gd name="connsiteX77" fmla="*/ 10336144 w 12192000"/>
                <a:gd name="connsiteY77" fmla="*/ 348235 h 757168"/>
                <a:gd name="connsiteX78" fmla="*/ 10466847 w 12192000"/>
                <a:gd name="connsiteY78" fmla="*/ 354131 h 757168"/>
                <a:gd name="connsiteX79" fmla="*/ 10696514 w 12192000"/>
                <a:gd name="connsiteY79" fmla="*/ 353575 h 757168"/>
                <a:gd name="connsiteX80" fmla="*/ 10746932 w 12192000"/>
                <a:gd name="connsiteY80" fmla="*/ 360606 h 757168"/>
                <a:gd name="connsiteX81" fmla="*/ 10905388 w 12192000"/>
                <a:gd name="connsiteY81" fmla="*/ 370627 h 757168"/>
                <a:gd name="connsiteX82" fmla="*/ 10995602 w 12192000"/>
                <a:gd name="connsiteY82" fmla="*/ 376691 h 757168"/>
                <a:gd name="connsiteX83" fmla="*/ 11107647 w 12192000"/>
                <a:gd name="connsiteY83" fmla="*/ 373405 h 757168"/>
                <a:gd name="connsiteX84" fmla="*/ 11302440 w 12192000"/>
                <a:gd name="connsiteY84" fmla="*/ 364156 h 757168"/>
                <a:gd name="connsiteX85" fmla="*/ 11353613 w 12192000"/>
                <a:gd name="connsiteY85" fmla="*/ 363785 h 757168"/>
                <a:gd name="connsiteX86" fmla="*/ 11447323 w 12192000"/>
                <a:gd name="connsiteY86" fmla="*/ 359346 h 757168"/>
                <a:gd name="connsiteX87" fmla="*/ 11464292 w 12192000"/>
                <a:gd name="connsiteY87" fmla="*/ 358519 h 757168"/>
                <a:gd name="connsiteX88" fmla="*/ 11607560 w 12192000"/>
                <a:gd name="connsiteY88" fmla="*/ 342370 h 757168"/>
                <a:gd name="connsiteX89" fmla="*/ 11681426 w 12192000"/>
                <a:gd name="connsiteY89" fmla="*/ 344335 h 757168"/>
                <a:gd name="connsiteX90" fmla="*/ 11893565 w 12192000"/>
                <a:gd name="connsiteY90" fmla="*/ 355261 h 757168"/>
                <a:gd name="connsiteX91" fmla="*/ 11983290 w 12192000"/>
                <a:gd name="connsiteY91" fmla="*/ 363588 h 757168"/>
                <a:gd name="connsiteX92" fmla="*/ 12192000 w 12192000"/>
                <a:gd name="connsiteY92" fmla="*/ 388018 h 757168"/>
                <a:gd name="connsiteX93" fmla="*/ 12192000 w 12192000"/>
                <a:gd name="connsiteY93" fmla="*/ 577115 h 757168"/>
                <a:gd name="connsiteX94" fmla="*/ 12157329 w 12192000"/>
                <a:gd name="connsiteY94" fmla="*/ 588862 h 757168"/>
                <a:gd name="connsiteX95" fmla="*/ 12066948 w 12192000"/>
                <a:gd name="connsiteY95" fmla="*/ 586034 h 757168"/>
                <a:gd name="connsiteX96" fmla="*/ 11911344 w 12192000"/>
                <a:gd name="connsiteY96" fmla="*/ 521599 h 757168"/>
                <a:gd name="connsiteX97" fmla="*/ 11847823 w 12192000"/>
                <a:gd name="connsiteY97" fmla="*/ 511785 h 757168"/>
                <a:gd name="connsiteX98" fmla="*/ 11737547 w 12192000"/>
                <a:gd name="connsiteY98" fmla="*/ 502380 h 757168"/>
                <a:gd name="connsiteX99" fmla="*/ 11636052 w 12192000"/>
                <a:gd name="connsiteY99" fmla="*/ 514993 h 757168"/>
                <a:gd name="connsiteX100" fmla="*/ 11394706 w 12192000"/>
                <a:gd name="connsiteY100" fmla="*/ 590867 h 757168"/>
                <a:gd name="connsiteX101" fmla="*/ 11354978 w 12192000"/>
                <a:gd name="connsiteY101" fmla="*/ 597561 h 757168"/>
                <a:gd name="connsiteX102" fmla="*/ 11285306 w 12192000"/>
                <a:gd name="connsiteY102" fmla="*/ 599825 h 757168"/>
                <a:gd name="connsiteX103" fmla="*/ 11008528 w 12192000"/>
                <a:gd name="connsiteY103" fmla="*/ 656670 h 757168"/>
                <a:gd name="connsiteX104" fmla="*/ 10948735 w 12192000"/>
                <a:gd name="connsiteY104" fmla="*/ 652964 h 757168"/>
                <a:gd name="connsiteX105" fmla="*/ 10850698 w 12192000"/>
                <a:gd name="connsiteY105" fmla="*/ 641721 h 757168"/>
                <a:gd name="connsiteX106" fmla="*/ 10744026 w 12192000"/>
                <a:gd name="connsiteY106" fmla="*/ 647769 h 757168"/>
                <a:gd name="connsiteX107" fmla="*/ 10666160 w 12192000"/>
                <a:gd name="connsiteY107" fmla="*/ 651891 h 757168"/>
                <a:gd name="connsiteX108" fmla="*/ 10450521 w 12192000"/>
                <a:gd name="connsiteY108" fmla="*/ 616552 h 757168"/>
                <a:gd name="connsiteX109" fmla="*/ 10271192 w 12192000"/>
                <a:gd name="connsiteY109" fmla="*/ 583498 h 757168"/>
                <a:gd name="connsiteX110" fmla="*/ 10246067 w 12192000"/>
                <a:gd name="connsiteY110" fmla="*/ 585423 h 757168"/>
                <a:gd name="connsiteX111" fmla="*/ 10005027 w 12192000"/>
                <a:gd name="connsiteY111" fmla="*/ 592252 h 757168"/>
                <a:gd name="connsiteX112" fmla="*/ 9898681 w 12192000"/>
                <a:gd name="connsiteY112" fmla="*/ 613195 h 757168"/>
                <a:gd name="connsiteX113" fmla="*/ 9753225 w 12192000"/>
                <a:gd name="connsiteY113" fmla="*/ 629038 h 757168"/>
                <a:gd name="connsiteX114" fmla="*/ 9591376 w 12192000"/>
                <a:gd name="connsiteY114" fmla="*/ 648601 h 757168"/>
                <a:gd name="connsiteX115" fmla="*/ 9472860 w 12192000"/>
                <a:gd name="connsiteY115" fmla="*/ 655936 h 757168"/>
                <a:gd name="connsiteX116" fmla="*/ 9299788 w 12192000"/>
                <a:gd name="connsiteY116" fmla="*/ 636945 h 757168"/>
                <a:gd name="connsiteX117" fmla="*/ 9264605 w 12192000"/>
                <a:gd name="connsiteY117" fmla="*/ 627087 h 757168"/>
                <a:gd name="connsiteX118" fmla="*/ 8926435 w 12192000"/>
                <a:gd name="connsiteY118" fmla="*/ 549269 h 757168"/>
                <a:gd name="connsiteX119" fmla="*/ 8698934 w 12192000"/>
                <a:gd name="connsiteY119" fmla="*/ 536583 h 757168"/>
                <a:gd name="connsiteX120" fmla="*/ 8622862 w 12192000"/>
                <a:gd name="connsiteY120" fmla="*/ 541563 h 757168"/>
                <a:gd name="connsiteX121" fmla="*/ 8482784 w 12192000"/>
                <a:gd name="connsiteY121" fmla="*/ 574094 h 757168"/>
                <a:gd name="connsiteX122" fmla="*/ 8421565 w 12192000"/>
                <a:gd name="connsiteY122" fmla="*/ 576610 h 757168"/>
                <a:gd name="connsiteX123" fmla="*/ 8313469 w 12192000"/>
                <a:gd name="connsiteY123" fmla="*/ 574762 h 757168"/>
                <a:gd name="connsiteX124" fmla="*/ 8079520 w 12192000"/>
                <a:gd name="connsiteY124" fmla="*/ 558685 h 757168"/>
                <a:gd name="connsiteX125" fmla="*/ 7773327 w 12192000"/>
                <a:gd name="connsiteY125" fmla="*/ 558854 h 757168"/>
                <a:gd name="connsiteX126" fmla="*/ 7652477 w 12192000"/>
                <a:gd name="connsiteY126" fmla="*/ 547561 h 757168"/>
                <a:gd name="connsiteX127" fmla="*/ 7522274 w 12192000"/>
                <a:gd name="connsiteY127" fmla="*/ 532150 h 757168"/>
                <a:gd name="connsiteX128" fmla="*/ 7484080 w 12192000"/>
                <a:gd name="connsiteY128" fmla="*/ 530532 h 757168"/>
                <a:gd name="connsiteX129" fmla="*/ 7282277 w 12192000"/>
                <a:gd name="connsiteY129" fmla="*/ 540177 h 757168"/>
                <a:gd name="connsiteX130" fmla="*/ 7235690 w 12192000"/>
                <a:gd name="connsiteY130" fmla="*/ 551282 h 757168"/>
                <a:gd name="connsiteX131" fmla="*/ 7116339 w 12192000"/>
                <a:gd name="connsiteY131" fmla="*/ 539494 h 757168"/>
                <a:gd name="connsiteX132" fmla="*/ 7011067 w 12192000"/>
                <a:gd name="connsiteY132" fmla="*/ 511848 h 757168"/>
                <a:gd name="connsiteX133" fmla="*/ 6403234 w 12192000"/>
                <a:gd name="connsiteY133" fmla="*/ 432296 h 757168"/>
                <a:gd name="connsiteX134" fmla="*/ 6036273 w 12192000"/>
                <a:gd name="connsiteY134" fmla="*/ 412301 h 757168"/>
                <a:gd name="connsiteX135" fmla="*/ 5780467 w 12192000"/>
                <a:gd name="connsiteY135" fmla="*/ 377910 h 757168"/>
                <a:gd name="connsiteX136" fmla="*/ 5739051 w 12192000"/>
                <a:gd name="connsiteY136" fmla="*/ 353609 h 757168"/>
                <a:gd name="connsiteX137" fmla="*/ 5583566 w 12192000"/>
                <a:gd name="connsiteY137" fmla="*/ 321995 h 757168"/>
                <a:gd name="connsiteX138" fmla="*/ 5432030 w 12192000"/>
                <a:gd name="connsiteY138" fmla="*/ 362512 h 757168"/>
                <a:gd name="connsiteX139" fmla="*/ 5241398 w 12192000"/>
                <a:gd name="connsiteY139" fmla="*/ 425781 h 757168"/>
                <a:gd name="connsiteX140" fmla="*/ 5139710 w 12192000"/>
                <a:gd name="connsiteY140" fmla="*/ 421022 h 757168"/>
                <a:gd name="connsiteX141" fmla="*/ 4929402 w 12192000"/>
                <a:gd name="connsiteY141" fmla="*/ 424310 h 757168"/>
                <a:gd name="connsiteX142" fmla="*/ 4782793 w 12192000"/>
                <a:gd name="connsiteY142" fmla="*/ 441046 h 757168"/>
                <a:gd name="connsiteX143" fmla="*/ 4577594 w 12192000"/>
                <a:gd name="connsiteY143" fmla="*/ 459290 h 757168"/>
                <a:gd name="connsiteX144" fmla="*/ 4500826 w 12192000"/>
                <a:gd name="connsiteY144" fmla="*/ 470529 h 757168"/>
                <a:gd name="connsiteX145" fmla="*/ 4317973 w 12192000"/>
                <a:gd name="connsiteY145" fmla="*/ 483649 h 757168"/>
                <a:gd name="connsiteX146" fmla="*/ 4166722 w 12192000"/>
                <a:gd name="connsiteY146" fmla="*/ 490602 h 757168"/>
                <a:gd name="connsiteX147" fmla="*/ 4042814 w 12192000"/>
                <a:gd name="connsiteY147" fmla="*/ 530660 h 757168"/>
                <a:gd name="connsiteX148" fmla="*/ 4002653 w 12192000"/>
                <a:gd name="connsiteY148" fmla="*/ 552594 h 757168"/>
                <a:gd name="connsiteX149" fmla="*/ 3969549 w 12192000"/>
                <a:gd name="connsiteY149" fmla="*/ 566312 h 757168"/>
                <a:gd name="connsiteX150" fmla="*/ 3821685 w 12192000"/>
                <a:gd name="connsiteY150" fmla="*/ 649183 h 757168"/>
                <a:gd name="connsiteX151" fmla="*/ 3805138 w 12192000"/>
                <a:gd name="connsiteY151" fmla="*/ 655947 h 757168"/>
                <a:gd name="connsiteX152" fmla="*/ 3609177 w 12192000"/>
                <a:gd name="connsiteY152" fmla="*/ 687459 h 757168"/>
                <a:gd name="connsiteX153" fmla="*/ 3539727 w 12192000"/>
                <a:gd name="connsiteY153" fmla="*/ 706521 h 757168"/>
                <a:gd name="connsiteX154" fmla="*/ 3396572 w 12192000"/>
                <a:gd name="connsiteY154" fmla="*/ 755681 h 757168"/>
                <a:gd name="connsiteX155" fmla="*/ 3341054 w 12192000"/>
                <a:gd name="connsiteY155" fmla="*/ 754679 h 757168"/>
                <a:gd name="connsiteX156" fmla="*/ 3138775 w 12192000"/>
                <a:gd name="connsiteY156" fmla="*/ 710120 h 757168"/>
                <a:gd name="connsiteX157" fmla="*/ 3037283 w 12192000"/>
                <a:gd name="connsiteY157" fmla="*/ 666453 h 757168"/>
                <a:gd name="connsiteX158" fmla="*/ 3002117 w 12192000"/>
                <a:gd name="connsiteY158" fmla="*/ 649347 h 757168"/>
                <a:gd name="connsiteX159" fmla="*/ 2747294 w 12192000"/>
                <a:gd name="connsiteY159" fmla="*/ 652400 h 757168"/>
                <a:gd name="connsiteX160" fmla="*/ 2676273 w 12192000"/>
                <a:gd name="connsiteY160" fmla="*/ 652304 h 757168"/>
                <a:gd name="connsiteX161" fmla="*/ 2432360 w 12192000"/>
                <a:gd name="connsiteY161" fmla="*/ 657836 h 757168"/>
                <a:gd name="connsiteX162" fmla="*/ 2382311 w 12192000"/>
                <a:gd name="connsiteY162" fmla="*/ 650824 h 757168"/>
                <a:gd name="connsiteX163" fmla="*/ 2055134 w 12192000"/>
                <a:gd name="connsiteY163" fmla="*/ 630053 h 757168"/>
                <a:gd name="connsiteX164" fmla="*/ 2031829 w 12192000"/>
                <a:gd name="connsiteY164" fmla="*/ 639324 h 757168"/>
                <a:gd name="connsiteX165" fmla="*/ 1912764 w 12192000"/>
                <a:gd name="connsiteY165" fmla="*/ 664183 h 757168"/>
                <a:gd name="connsiteX166" fmla="*/ 1755637 w 12192000"/>
                <a:gd name="connsiteY166" fmla="*/ 663960 h 757168"/>
                <a:gd name="connsiteX167" fmla="*/ 1727159 w 12192000"/>
                <a:gd name="connsiteY167" fmla="*/ 659605 h 757168"/>
                <a:gd name="connsiteX168" fmla="*/ 1622470 w 12192000"/>
                <a:gd name="connsiteY168" fmla="*/ 634850 h 757168"/>
                <a:gd name="connsiteX169" fmla="*/ 1385955 w 12192000"/>
                <a:gd name="connsiteY169" fmla="*/ 604522 h 757168"/>
                <a:gd name="connsiteX170" fmla="*/ 1340055 w 12192000"/>
                <a:gd name="connsiteY170" fmla="*/ 595629 h 757168"/>
                <a:gd name="connsiteX171" fmla="*/ 1257271 w 12192000"/>
                <a:gd name="connsiteY171" fmla="*/ 581180 h 757168"/>
                <a:gd name="connsiteX172" fmla="*/ 1031914 w 12192000"/>
                <a:gd name="connsiteY172" fmla="*/ 562692 h 757168"/>
                <a:gd name="connsiteX173" fmla="*/ 922031 w 12192000"/>
                <a:gd name="connsiteY173" fmla="*/ 566853 h 757168"/>
                <a:gd name="connsiteX174" fmla="*/ 873250 w 12192000"/>
                <a:gd name="connsiteY174" fmla="*/ 563724 h 757168"/>
                <a:gd name="connsiteX175" fmla="*/ 711627 w 12192000"/>
                <a:gd name="connsiteY175" fmla="*/ 529880 h 757168"/>
                <a:gd name="connsiteX176" fmla="*/ 311112 w 12192000"/>
                <a:gd name="connsiteY176" fmla="*/ 525106 h 757168"/>
                <a:gd name="connsiteX177" fmla="*/ 184145 w 12192000"/>
                <a:gd name="connsiteY177" fmla="*/ 532188 h 757168"/>
                <a:gd name="connsiteX178" fmla="*/ 116886 w 12192000"/>
                <a:gd name="connsiteY178" fmla="*/ 530572 h 757168"/>
                <a:gd name="connsiteX179" fmla="*/ 23941 w 12192000"/>
                <a:gd name="connsiteY179" fmla="*/ 506433 h 757168"/>
                <a:gd name="connsiteX180" fmla="*/ 0 w 12192000"/>
                <a:gd name="connsiteY180" fmla="*/ 502149 h 7571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</a:cxnLst>
              <a:rect l="l" t="t" r="r" b="b"/>
              <a:pathLst>
                <a:path w="12192000" h="757168">
                  <a:moveTo>
                    <a:pt x="0" y="0"/>
                  </a:moveTo>
                  <a:lnTo>
                    <a:pt x="41653" y="6945"/>
                  </a:lnTo>
                  <a:cubicBezTo>
                    <a:pt x="55151" y="9178"/>
                    <a:pt x="68996" y="11810"/>
                    <a:pt x="81317" y="15509"/>
                  </a:cubicBezTo>
                  <a:cubicBezTo>
                    <a:pt x="92911" y="18978"/>
                    <a:pt x="102562" y="24446"/>
                    <a:pt x="114150" y="28105"/>
                  </a:cubicBezTo>
                  <a:cubicBezTo>
                    <a:pt x="145644" y="37958"/>
                    <a:pt x="177914" y="47281"/>
                    <a:pt x="214865" y="58374"/>
                  </a:cubicBezTo>
                  <a:cubicBezTo>
                    <a:pt x="236680" y="42349"/>
                    <a:pt x="264438" y="53534"/>
                    <a:pt x="299237" y="63560"/>
                  </a:cubicBezTo>
                  <a:cubicBezTo>
                    <a:pt x="334763" y="73816"/>
                    <a:pt x="376093" y="78654"/>
                    <a:pt x="415570" y="83774"/>
                  </a:cubicBezTo>
                  <a:cubicBezTo>
                    <a:pt x="487949" y="93100"/>
                    <a:pt x="560804" y="100354"/>
                    <a:pt x="633210" y="109108"/>
                  </a:cubicBezTo>
                  <a:cubicBezTo>
                    <a:pt x="648566" y="111058"/>
                    <a:pt x="666073" y="114072"/>
                    <a:pt x="677567" y="119446"/>
                  </a:cubicBezTo>
                  <a:cubicBezTo>
                    <a:pt x="756262" y="155621"/>
                    <a:pt x="853422" y="169678"/>
                    <a:pt x="946429" y="171502"/>
                  </a:cubicBezTo>
                  <a:cubicBezTo>
                    <a:pt x="1019582" y="173044"/>
                    <a:pt x="1091239" y="175083"/>
                    <a:pt x="1163367" y="182106"/>
                  </a:cubicBezTo>
                  <a:cubicBezTo>
                    <a:pt x="1168863" y="182586"/>
                    <a:pt x="1176224" y="182589"/>
                    <a:pt x="1180337" y="181279"/>
                  </a:cubicBezTo>
                  <a:cubicBezTo>
                    <a:pt x="1205822" y="172503"/>
                    <a:pt x="1231920" y="173109"/>
                    <a:pt x="1263939" y="173070"/>
                  </a:cubicBezTo>
                  <a:cubicBezTo>
                    <a:pt x="1309211" y="172961"/>
                    <a:pt x="1350592" y="176848"/>
                    <a:pt x="1392213" y="183225"/>
                  </a:cubicBezTo>
                  <a:cubicBezTo>
                    <a:pt x="1422516" y="187866"/>
                    <a:pt x="1453010" y="195759"/>
                    <a:pt x="1479752" y="205174"/>
                  </a:cubicBezTo>
                  <a:cubicBezTo>
                    <a:pt x="1516962" y="218381"/>
                    <a:pt x="1553071" y="224660"/>
                    <a:pt x="1589813" y="211706"/>
                  </a:cubicBezTo>
                  <a:cubicBezTo>
                    <a:pt x="1629541" y="197953"/>
                    <a:pt x="1673292" y="205778"/>
                    <a:pt x="1716264" y="207459"/>
                  </a:cubicBezTo>
                  <a:cubicBezTo>
                    <a:pt x="1734988" y="208248"/>
                    <a:pt x="1754789" y="209668"/>
                    <a:pt x="1772900" y="208137"/>
                  </a:cubicBezTo>
                  <a:cubicBezTo>
                    <a:pt x="1825381" y="203828"/>
                    <a:pt x="1876222" y="195808"/>
                    <a:pt x="1929319" y="193822"/>
                  </a:cubicBezTo>
                  <a:cubicBezTo>
                    <a:pt x="1958819" y="192698"/>
                    <a:pt x="1991232" y="199166"/>
                    <a:pt x="2021514" y="204186"/>
                  </a:cubicBezTo>
                  <a:cubicBezTo>
                    <a:pt x="2052154" y="209417"/>
                    <a:pt x="2082323" y="216530"/>
                    <a:pt x="2111753" y="223797"/>
                  </a:cubicBezTo>
                  <a:cubicBezTo>
                    <a:pt x="2131736" y="228659"/>
                    <a:pt x="2153567" y="233429"/>
                    <a:pt x="2169356" y="241125"/>
                  </a:cubicBezTo>
                  <a:cubicBezTo>
                    <a:pt x="2205243" y="258649"/>
                    <a:pt x="2242901" y="263295"/>
                    <a:pt x="2286638" y="257382"/>
                  </a:cubicBezTo>
                  <a:cubicBezTo>
                    <a:pt x="2293313" y="256396"/>
                    <a:pt x="2301018" y="256799"/>
                    <a:pt x="2308368" y="256995"/>
                  </a:cubicBezTo>
                  <a:cubicBezTo>
                    <a:pt x="2426026" y="259155"/>
                    <a:pt x="2543593" y="262834"/>
                    <a:pt x="2660621" y="262863"/>
                  </a:cubicBezTo>
                  <a:cubicBezTo>
                    <a:pt x="2708088" y="262871"/>
                    <a:pt x="2754165" y="254412"/>
                    <a:pt x="2801134" y="250006"/>
                  </a:cubicBezTo>
                  <a:cubicBezTo>
                    <a:pt x="2810748" y="249174"/>
                    <a:pt x="2821504" y="247638"/>
                    <a:pt x="2830994" y="249091"/>
                  </a:cubicBezTo>
                  <a:cubicBezTo>
                    <a:pt x="2934354" y="264045"/>
                    <a:pt x="3032340" y="255254"/>
                    <a:pt x="3129084" y="242009"/>
                  </a:cubicBezTo>
                  <a:cubicBezTo>
                    <a:pt x="3139090" y="240625"/>
                    <a:pt x="3151170" y="241831"/>
                    <a:pt x="3162162" y="242789"/>
                  </a:cubicBezTo>
                  <a:cubicBezTo>
                    <a:pt x="3192925" y="245736"/>
                    <a:pt x="3225969" y="254145"/>
                    <a:pt x="3254072" y="251612"/>
                  </a:cubicBezTo>
                  <a:cubicBezTo>
                    <a:pt x="3328782" y="244461"/>
                    <a:pt x="3402881" y="234992"/>
                    <a:pt x="3473491" y="221903"/>
                  </a:cubicBezTo>
                  <a:cubicBezTo>
                    <a:pt x="3545212" y="208683"/>
                    <a:pt x="3611651" y="197856"/>
                    <a:pt x="3691860" y="219228"/>
                  </a:cubicBezTo>
                  <a:cubicBezTo>
                    <a:pt x="3725977" y="228268"/>
                    <a:pt x="3771754" y="225515"/>
                    <a:pt x="3811494" y="225691"/>
                  </a:cubicBezTo>
                  <a:cubicBezTo>
                    <a:pt x="3840564" y="225687"/>
                    <a:pt x="3868906" y="218586"/>
                    <a:pt x="3897533" y="220087"/>
                  </a:cubicBezTo>
                  <a:cubicBezTo>
                    <a:pt x="3973874" y="224087"/>
                    <a:pt x="4042293" y="217563"/>
                    <a:pt x="4109430" y="200477"/>
                  </a:cubicBezTo>
                  <a:cubicBezTo>
                    <a:pt x="4135544" y="193834"/>
                    <a:pt x="4175268" y="201258"/>
                    <a:pt x="4208772" y="200914"/>
                  </a:cubicBezTo>
                  <a:cubicBezTo>
                    <a:pt x="4244136" y="200288"/>
                    <a:pt x="4280583" y="199908"/>
                    <a:pt x="4314641" y="196159"/>
                  </a:cubicBezTo>
                  <a:cubicBezTo>
                    <a:pt x="4402743" y="186278"/>
                    <a:pt x="4489848" y="174436"/>
                    <a:pt x="4577622" y="163774"/>
                  </a:cubicBezTo>
                  <a:cubicBezTo>
                    <a:pt x="4649843" y="154967"/>
                    <a:pt x="4719794" y="168553"/>
                    <a:pt x="4790345" y="177592"/>
                  </a:cubicBezTo>
                  <a:cubicBezTo>
                    <a:pt x="4834576" y="183345"/>
                    <a:pt x="4875614" y="193701"/>
                    <a:pt x="4926164" y="184139"/>
                  </a:cubicBezTo>
                  <a:cubicBezTo>
                    <a:pt x="4974485" y="175032"/>
                    <a:pt x="5034899" y="180870"/>
                    <a:pt x="5088812" y="177401"/>
                  </a:cubicBezTo>
                  <a:cubicBezTo>
                    <a:pt x="5134238" y="174439"/>
                    <a:pt x="5178353" y="168165"/>
                    <a:pt x="5222466" y="162082"/>
                  </a:cubicBezTo>
                  <a:cubicBezTo>
                    <a:pt x="5282519" y="153783"/>
                    <a:pt x="5341864" y="144876"/>
                    <a:pt x="5406528" y="153987"/>
                  </a:cubicBezTo>
                  <a:cubicBezTo>
                    <a:pt x="5479960" y="164323"/>
                    <a:pt x="5531876" y="142624"/>
                    <a:pt x="5590716" y="129490"/>
                  </a:cubicBezTo>
                  <a:cubicBezTo>
                    <a:pt x="5631296" y="120553"/>
                    <a:pt x="5675395" y="114659"/>
                    <a:pt x="5719429" y="110099"/>
                  </a:cubicBezTo>
                  <a:cubicBezTo>
                    <a:pt x="5778247" y="104215"/>
                    <a:pt x="5838715" y="102042"/>
                    <a:pt x="5897895" y="96368"/>
                  </a:cubicBezTo>
                  <a:cubicBezTo>
                    <a:pt x="5987399" y="87895"/>
                    <a:pt x="6077855" y="82333"/>
                    <a:pt x="6169957" y="94411"/>
                  </a:cubicBezTo>
                  <a:cubicBezTo>
                    <a:pt x="6212360" y="99875"/>
                    <a:pt x="6252010" y="101763"/>
                    <a:pt x="6294827" y="99236"/>
                  </a:cubicBezTo>
                  <a:cubicBezTo>
                    <a:pt x="6364965" y="95091"/>
                    <a:pt x="6436581" y="97891"/>
                    <a:pt x="6494261" y="71724"/>
                  </a:cubicBezTo>
                  <a:cubicBezTo>
                    <a:pt x="6514615" y="62488"/>
                    <a:pt x="6550354" y="61691"/>
                    <a:pt x="6579627" y="57883"/>
                  </a:cubicBezTo>
                  <a:cubicBezTo>
                    <a:pt x="6613354" y="53353"/>
                    <a:pt x="6637770" y="57878"/>
                    <a:pt x="6654800" y="77086"/>
                  </a:cubicBezTo>
                  <a:cubicBezTo>
                    <a:pt x="6662444" y="85688"/>
                    <a:pt x="6685147" y="94892"/>
                    <a:pt x="6703059" y="97166"/>
                  </a:cubicBezTo>
                  <a:cubicBezTo>
                    <a:pt x="6756799" y="103989"/>
                    <a:pt x="6806654" y="100687"/>
                    <a:pt x="6859445" y="90481"/>
                  </a:cubicBezTo>
                  <a:cubicBezTo>
                    <a:pt x="6908894" y="80861"/>
                    <a:pt x="6969747" y="85387"/>
                    <a:pt x="7025414" y="83536"/>
                  </a:cubicBezTo>
                  <a:cubicBezTo>
                    <a:pt x="7064862" y="82168"/>
                    <a:pt x="7104501" y="77186"/>
                    <a:pt x="7144137" y="79264"/>
                  </a:cubicBezTo>
                  <a:cubicBezTo>
                    <a:pt x="7193316" y="81841"/>
                    <a:pt x="7241809" y="90488"/>
                    <a:pt x="7291235" y="95367"/>
                  </a:cubicBezTo>
                  <a:cubicBezTo>
                    <a:pt x="7329668" y="99288"/>
                    <a:pt x="7368978" y="100585"/>
                    <a:pt x="7407395" y="104888"/>
                  </a:cubicBezTo>
                  <a:cubicBezTo>
                    <a:pt x="7438868" y="108256"/>
                    <a:pt x="7469832" y="114265"/>
                    <a:pt x="7500837" y="119515"/>
                  </a:cubicBezTo>
                  <a:cubicBezTo>
                    <a:pt x="7512146" y="121444"/>
                    <a:pt x="7523255" y="127178"/>
                    <a:pt x="7533567" y="126955"/>
                  </a:cubicBezTo>
                  <a:cubicBezTo>
                    <a:pt x="7636025" y="124121"/>
                    <a:pt x="7707510" y="164497"/>
                    <a:pt x="7792910" y="185188"/>
                  </a:cubicBezTo>
                  <a:cubicBezTo>
                    <a:pt x="7882663" y="207063"/>
                    <a:pt x="7969001" y="237914"/>
                    <a:pt x="8070699" y="235423"/>
                  </a:cubicBezTo>
                  <a:cubicBezTo>
                    <a:pt x="8132239" y="233879"/>
                    <a:pt x="8191903" y="225939"/>
                    <a:pt x="8253177" y="222473"/>
                  </a:cubicBezTo>
                  <a:cubicBezTo>
                    <a:pt x="8274949" y="221324"/>
                    <a:pt x="8299150" y="222976"/>
                    <a:pt x="8320683" y="226393"/>
                  </a:cubicBezTo>
                  <a:cubicBezTo>
                    <a:pt x="8424731" y="242340"/>
                    <a:pt x="8527777" y="249266"/>
                    <a:pt x="8631438" y="237528"/>
                  </a:cubicBezTo>
                  <a:cubicBezTo>
                    <a:pt x="8649201" y="235596"/>
                    <a:pt x="8668058" y="233915"/>
                    <a:pt x="8686410" y="234877"/>
                  </a:cubicBezTo>
                  <a:cubicBezTo>
                    <a:pt x="8786966" y="240146"/>
                    <a:pt x="8885480" y="249315"/>
                    <a:pt x="8980658" y="273001"/>
                  </a:cubicBezTo>
                  <a:cubicBezTo>
                    <a:pt x="9012626" y="280972"/>
                    <a:pt x="9052108" y="279035"/>
                    <a:pt x="9087625" y="282423"/>
                  </a:cubicBezTo>
                  <a:cubicBezTo>
                    <a:pt x="9120583" y="285484"/>
                    <a:pt x="9154319" y="287825"/>
                    <a:pt x="9186017" y="293875"/>
                  </a:cubicBezTo>
                  <a:cubicBezTo>
                    <a:pt x="9232288" y="302785"/>
                    <a:pt x="9275554" y="305815"/>
                    <a:pt x="9323931" y="302628"/>
                  </a:cubicBezTo>
                  <a:cubicBezTo>
                    <a:pt x="9370084" y="299705"/>
                    <a:pt x="9419491" y="304964"/>
                    <a:pt x="9467213" y="307275"/>
                  </a:cubicBezTo>
                  <a:cubicBezTo>
                    <a:pt x="9520438" y="309874"/>
                    <a:pt x="9573661" y="312473"/>
                    <a:pt x="9626826" y="316213"/>
                  </a:cubicBezTo>
                  <a:cubicBezTo>
                    <a:pt x="9648094" y="317708"/>
                    <a:pt x="9671915" y="326588"/>
                    <a:pt x="9689696" y="324467"/>
                  </a:cubicBezTo>
                  <a:cubicBezTo>
                    <a:pt x="9747117" y="317175"/>
                    <a:pt x="9803355" y="332523"/>
                    <a:pt x="9860526" y="329986"/>
                  </a:cubicBezTo>
                  <a:cubicBezTo>
                    <a:pt x="9888572" y="328594"/>
                    <a:pt x="9919723" y="338048"/>
                    <a:pt x="9949775" y="340386"/>
                  </a:cubicBezTo>
                  <a:cubicBezTo>
                    <a:pt x="9998886" y="344296"/>
                    <a:pt x="10048092" y="346302"/>
                    <a:pt x="10097252" y="349262"/>
                  </a:cubicBezTo>
                  <a:cubicBezTo>
                    <a:pt x="10113390" y="350297"/>
                    <a:pt x="10129133" y="351886"/>
                    <a:pt x="10145261" y="353113"/>
                  </a:cubicBezTo>
                  <a:cubicBezTo>
                    <a:pt x="10159555" y="354243"/>
                    <a:pt x="10174512" y="356743"/>
                    <a:pt x="10188159" y="356124"/>
                  </a:cubicBezTo>
                  <a:cubicBezTo>
                    <a:pt x="10237589" y="353944"/>
                    <a:pt x="10286441" y="348682"/>
                    <a:pt x="10336144" y="348235"/>
                  </a:cubicBezTo>
                  <a:cubicBezTo>
                    <a:pt x="10379222" y="347822"/>
                    <a:pt x="10423443" y="353764"/>
                    <a:pt x="10466847" y="354131"/>
                  </a:cubicBezTo>
                  <a:cubicBezTo>
                    <a:pt x="10543353" y="354898"/>
                    <a:pt x="10619988" y="353190"/>
                    <a:pt x="10696514" y="353575"/>
                  </a:cubicBezTo>
                  <a:cubicBezTo>
                    <a:pt x="10713071" y="353680"/>
                    <a:pt x="10730069" y="359342"/>
                    <a:pt x="10746932" y="360606"/>
                  </a:cubicBezTo>
                  <a:cubicBezTo>
                    <a:pt x="10799731" y="364326"/>
                    <a:pt x="10852569" y="367289"/>
                    <a:pt x="10905388" y="370627"/>
                  </a:cubicBezTo>
                  <a:cubicBezTo>
                    <a:pt x="10935470" y="372396"/>
                    <a:pt x="10965963" y="373421"/>
                    <a:pt x="10995602" y="376691"/>
                  </a:cubicBezTo>
                  <a:cubicBezTo>
                    <a:pt x="11034750" y="381032"/>
                    <a:pt x="11070168" y="386324"/>
                    <a:pt x="11107647" y="373405"/>
                  </a:cubicBezTo>
                  <a:cubicBezTo>
                    <a:pt x="11165372" y="353347"/>
                    <a:pt x="11236837" y="366060"/>
                    <a:pt x="11302440" y="364156"/>
                  </a:cubicBezTo>
                  <a:cubicBezTo>
                    <a:pt x="11319394" y="363708"/>
                    <a:pt x="11336655" y="364422"/>
                    <a:pt x="11353613" y="363785"/>
                  </a:cubicBezTo>
                  <a:cubicBezTo>
                    <a:pt x="11384961" y="362566"/>
                    <a:pt x="11415955" y="360947"/>
                    <a:pt x="11447323" y="359346"/>
                  </a:cubicBezTo>
                  <a:cubicBezTo>
                    <a:pt x="11452855" y="359066"/>
                    <a:pt x="11459104" y="359200"/>
                    <a:pt x="11464292" y="358519"/>
                  </a:cubicBezTo>
                  <a:cubicBezTo>
                    <a:pt x="11512058" y="353010"/>
                    <a:pt x="11559143" y="346321"/>
                    <a:pt x="11607560" y="342370"/>
                  </a:cubicBezTo>
                  <a:cubicBezTo>
                    <a:pt x="11631218" y="340368"/>
                    <a:pt x="11657295" y="341352"/>
                    <a:pt x="11681426" y="344335"/>
                  </a:cubicBezTo>
                  <a:cubicBezTo>
                    <a:pt x="11751997" y="352993"/>
                    <a:pt x="11821986" y="358760"/>
                    <a:pt x="11893565" y="355261"/>
                  </a:cubicBezTo>
                  <a:cubicBezTo>
                    <a:pt x="11921973" y="353889"/>
                    <a:pt x="11953288" y="360300"/>
                    <a:pt x="11983290" y="363588"/>
                  </a:cubicBezTo>
                  <a:lnTo>
                    <a:pt x="12192000" y="388018"/>
                  </a:lnTo>
                  <a:lnTo>
                    <a:pt x="12192000" y="577115"/>
                  </a:lnTo>
                  <a:lnTo>
                    <a:pt x="12157329" y="588862"/>
                  </a:lnTo>
                  <a:cubicBezTo>
                    <a:pt x="12118393" y="608572"/>
                    <a:pt x="12109715" y="605637"/>
                    <a:pt x="12066948" y="586034"/>
                  </a:cubicBezTo>
                  <a:cubicBezTo>
                    <a:pt x="12016991" y="563193"/>
                    <a:pt x="11965119" y="541779"/>
                    <a:pt x="11911344" y="521599"/>
                  </a:cubicBezTo>
                  <a:cubicBezTo>
                    <a:pt x="11894383" y="515178"/>
                    <a:pt x="11869417" y="514060"/>
                    <a:pt x="11847823" y="511785"/>
                  </a:cubicBezTo>
                  <a:cubicBezTo>
                    <a:pt x="11811233" y="507768"/>
                    <a:pt x="11773630" y="501982"/>
                    <a:pt x="11737547" y="502380"/>
                  </a:cubicBezTo>
                  <a:cubicBezTo>
                    <a:pt x="11702930" y="502855"/>
                    <a:pt x="11668388" y="508866"/>
                    <a:pt x="11636052" y="514993"/>
                  </a:cubicBezTo>
                  <a:cubicBezTo>
                    <a:pt x="11545722" y="532199"/>
                    <a:pt x="11462455" y="555118"/>
                    <a:pt x="11394706" y="590867"/>
                  </a:cubicBezTo>
                  <a:cubicBezTo>
                    <a:pt x="11385999" y="595562"/>
                    <a:pt x="11369016" y="596581"/>
                    <a:pt x="11354978" y="597561"/>
                  </a:cubicBezTo>
                  <a:cubicBezTo>
                    <a:pt x="11332076" y="599224"/>
                    <a:pt x="11308448" y="600655"/>
                    <a:pt x="11285306" y="599825"/>
                  </a:cubicBezTo>
                  <a:cubicBezTo>
                    <a:pt x="11172906" y="595841"/>
                    <a:pt x="11083430" y="617861"/>
                    <a:pt x="11008528" y="656670"/>
                  </a:cubicBezTo>
                  <a:cubicBezTo>
                    <a:pt x="10986971" y="667750"/>
                    <a:pt x="10970753" y="668236"/>
                    <a:pt x="10948735" y="652964"/>
                  </a:cubicBezTo>
                  <a:cubicBezTo>
                    <a:pt x="10923173" y="635218"/>
                    <a:pt x="10885031" y="639705"/>
                    <a:pt x="10850698" y="641721"/>
                  </a:cubicBezTo>
                  <a:cubicBezTo>
                    <a:pt x="10815269" y="643680"/>
                    <a:pt x="10779458" y="645811"/>
                    <a:pt x="10744026" y="647769"/>
                  </a:cubicBezTo>
                  <a:cubicBezTo>
                    <a:pt x="10717832" y="649066"/>
                    <a:pt x="10692021" y="650003"/>
                    <a:pt x="10666160" y="651891"/>
                  </a:cubicBezTo>
                  <a:cubicBezTo>
                    <a:pt x="10585627" y="657783"/>
                    <a:pt x="10513854" y="650969"/>
                    <a:pt x="10450521" y="616552"/>
                  </a:cubicBezTo>
                  <a:cubicBezTo>
                    <a:pt x="10402221" y="590175"/>
                    <a:pt x="10339099" y="579806"/>
                    <a:pt x="10271192" y="583498"/>
                  </a:cubicBezTo>
                  <a:cubicBezTo>
                    <a:pt x="10262701" y="584006"/>
                    <a:pt x="10251859" y="587254"/>
                    <a:pt x="10246067" y="585423"/>
                  </a:cubicBezTo>
                  <a:cubicBezTo>
                    <a:pt x="10158786" y="558528"/>
                    <a:pt x="10086634" y="594049"/>
                    <a:pt x="10005027" y="592252"/>
                  </a:cubicBezTo>
                  <a:cubicBezTo>
                    <a:pt x="9969004" y="591507"/>
                    <a:pt x="9931565" y="603664"/>
                    <a:pt x="9898681" y="613195"/>
                  </a:cubicBezTo>
                  <a:cubicBezTo>
                    <a:pt x="9853463" y="626281"/>
                    <a:pt x="9813049" y="639042"/>
                    <a:pt x="9753225" y="629038"/>
                  </a:cubicBezTo>
                  <a:cubicBezTo>
                    <a:pt x="9693404" y="618845"/>
                    <a:pt x="9637675" y="628898"/>
                    <a:pt x="9591376" y="648601"/>
                  </a:cubicBezTo>
                  <a:cubicBezTo>
                    <a:pt x="9556001" y="663537"/>
                    <a:pt x="9518120" y="663077"/>
                    <a:pt x="9472860" y="655936"/>
                  </a:cubicBezTo>
                  <a:cubicBezTo>
                    <a:pt x="9416283" y="647056"/>
                    <a:pt x="9357217" y="643578"/>
                    <a:pt x="9299788" y="636945"/>
                  </a:cubicBezTo>
                  <a:cubicBezTo>
                    <a:pt x="9287347" y="635531"/>
                    <a:pt x="9271710" y="632039"/>
                    <a:pt x="9264605" y="627087"/>
                  </a:cubicBezTo>
                  <a:cubicBezTo>
                    <a:pt x="9177661" y="565680"/>
                    <a:pt x="9051076" y="558473"/>
                    <a:pt x="8926435" y="549269"/>
                  </a:cubicBezTo>
                  <a:cubicBezTo>
                    <a:pt x="8850925" y="543595"/>
                    <a:pt x="8774954" y="539613"/>
                    <a:pt x="8698934" y="536583"/>
                  </a:cubicBezTo>
                  <a:cubicBezTo>
                    <a:pt x="8673232" y="535428"/>
                    <a:pt x="8645916" y="537050"/>
                    <a:pt x="8622862" y="541563"/>
                  </a:cubicBezTo>
                  <a:cubicBezTo>
                    <a:pt x="8574890" y="551069"/>
                    <a:pt x="8530403" y="564380"/>
                    <a:pt x="8482784" y="574094"/>
                  </a:cubicBezTo>
                  <a:cubicBezTo>
                    <a:pt x="8464923" y="577929"/>
                    <a:pt x="8442157" y="576927"/>
                    <a:pt x="8421565" y="576610"/>
                  </a:cubicBezTo>
                  <a:cubicBezTo>
                    <a:pt x="8385152" y="576229"/>
                    <a:pt x="8345023" y="569546"/>
                    <a:pt x="8313469" y="574762"/>
                  </a:cubicBezTo>
                  <a:cubicBezTo>
                    <a:pt x="8231431" y="588203"/>
                    <a:pt x="8155671" y="580227"/>
                    <a:pt x="8079520" y="558685"/>
                  </a:cubicBezTo>
                  <a:cubicBezTo>
                    <a:pt x="7972906" y="528487"/>
                    <a:pt x="7870782" y="525043"/>
                    <a:pt x="7773327" y="558854"/>
                  </a:cubicBezTo>
                  <a:cubicBezTo>
                    <a:pt x="7729470" y="574107"/>
                    <a:pt x="7688069" y="563543"/>
                    <a:pt x="7652477" y="547561"/>
                  </a:cubicBezTo>
                  <a:cubicBezTo>
                    <a:pt x="7611494" y="529005"/>
                    <a:pt x="7570974" y="522685"/>
                    <a:pt x="7522274" y="532150"/>
                  </a:cubicBezTo>
                  <a:cubicBezTo>
                    <a:pt x="7511488" y="534257"/>
                    <a:pt x="7496511" y="532136"/>
                    <a:pt x="7484080" y="530532"/>
                  </a:cubicBezTo>
                  <a:cubicBezTo>
                    <a:pt x="7413133" y="522044"/>
                    <a:pt x="7341987" y="510303"/>
                    <a:pt x="7282277" y="540177"/>
                  </a:cubicBezTo>
                  <a:cubicBezTo>
                    <a:pt x="7270558" y="546051"/>
                    <a:pt x="7251336" y="547713"/>
                    <a:pt x="7235690" y="551282"/>
                  </a:cubicBezTo>
                  <a:cubicBezTo>
                    <a:pt x="7170161" y="565782"/>
                    <a:pt x="7172820" y="564203"/>
                    <a:pt x="7116339" y="539494"/>
                  </a:cubicBezTo>
                  <a:cubicBezTo>
                    <a:pt x="7086841" y="526502"/>
                    <a:pt x="7045980" y="512724"/>
                    <a:pt x="7011067" y="511848"/>
                  </a:cubicBezTo>
                  <a:cubicBezTo>
                    <a:pt x="6800473" y="506533"/>
                    <a:pt x="6601893" y="468653"/>
                    <a:pt x="6403234" y="432296"/>
                  </a:cubicBezTo>
                  <a:cubicBezTo>
                    <a:pt x="6280760" y="409851"/>
                    <a:pt x="6160432" y="402592"/>
                    <a:pt x="6036273" y="412301"/>
                  </a:cubicBezTo>
                  <a:cubicBezTo>
                    <a:pt x="5946471" y="419425"/>
                    <a:pt x="5863077" y="395593"/>
                    <a:pt x="5780467" y="377910"/>
                  </a:cubicBezTo>
                  <a:cubicBezTo>
                    <a:pt x="5763357" y="374343"/>
                    <a:pt x="5747757" y="363033"/>
                    <a:pt x="5739051" y="353609"/>
                  </a:cubicBezTo>
                  <a:cubicBezTo>
                    <a:pt x="5707675" y="320294"/>
                    <a:pt x="5653252" y="312483"/>
                    <a:pt x="5583566" y="321995"/>
                  </a:cubicBezTo>
                  <a:cubicBezTo>
                    <a:pt x="5528347" y="329404"/>
                    <a:pt x="5477716" y="340486"/>
                    <a:pt x="5432030" y="362512"/>
                  </a:cubicBezTo>
                  <a:cubicBezTo>
                    <a:pt x="5378421" y="388318"/>
                    <a:pt x="5322767" y="418026"/>
                    <a:pt x="5241398" y="425781"/>
                  </a:cubicBezTo>
                  <a:cubicBezTo>
                    <a:pt x="5206262" y="429089"/>
                    <a:pt x="5176131" y="428273"/>
                    <a:pt x="5139710" y="421022"/>
                  </a:cubicBezTo>
                  <a:cubicBezTo>
                    <a:pt x="5069048" y="407018"/>
                    <a:pt x="4997864" y="396037"/>
                    <a:pt x="4929402" y="424310"/>
                  </a:cubicBezTo>
                  <a:cubicBezTo>
                    <a:pt x="4891785" y="439890"/>
                    <a:pt x="4841650" y="448519"/>
                    <a:pt x="4782793" y="441046"/>
                  </a:cubicBezTo>
                  <a:cubicBezTo>
                    <a:pt x="4709316" y="431663"/>
                    <a:pt x="4641426" y="442031"/>
                    <a:pt x="4577594" y="459290"/>
                  </a:cubicBezTo>
                  <a:cubicBezTo>
                    <a:pt x="4554816" y="465538"/>
                    <a:pt x="4527069" y="468279"/>
                    <a:pt x="4500826" y="470529"/>
                  </a:cubicBezTo>
                  <a:cubicBezTo>
                    <a:pt x="4440199" y="475746"/>
                    <a:pt x="4379252" y="479993"/>
                    <a:pt x="4317973" y="483649"/>
                  </a:cubicBezTo>
                  <a:cubicBezTo>
                    <a:pt x="4267762" y="486741"/>
                    <a:pt x="4217264" y="488292"/>
                    <a:pt x="4166722" y="490602"/>
                  </a:cubicBezTo>
                  <a:cubicBezTo>
                    <a:pt x="4111394" y="493045"/>
                    <a:pt x="4067073" y="503124"/>
                    <a:pt x="4042814" y="530660"/>
                  </a:cubicBezTo>
                  <a:cubicBezTo>
                    <a:pt x="4034996" y="539407"/>
                    <a:pt x="4017001" y="545715"/>
                    <a:pt x="4002653" y="552594"/>
                  </a:cubicBezTo>
                  <a:cubicBezTo>
                    <a:pt x="3992459" y="557592"/>
                    <a:pt x="3979023" y="561086"/>
                    <a:pt x="3969549" y="566312"/>
                  </a:cubicBezTo>
                  <a:cubicBezTo>
                    <a:pt x="3919896" y="593854"/>
                    <a:pt x="3870968" y="621622"/>
                    <a:pt x="3821685" y="649183"/>
                  </a:cubicBezTo>
                  <a:cubicBezTo>
                    <a:pt x="3816761" y="651788"/>
                    <a:pt x="3811445" y="654943"/>
                    <a:pt x="3805138" y="655947"/>
                  </a:cubicBezTo>
                  <a:cubicBezTo>
                    <a:pt x="3739817" y="666451"/>
                    <a:pt x="3673801" y="676154"/>
                    <a:pt x="3609177" y="687459"/>
                  </a:cubicBezTo>
                  <a:cubicBezTo>
                    <a:pt x="3584288" y="691878"/>
                    <a:pt x="3558597" y="697589"/>
                    <a:pt x="3539727" y="706521"/>
                  </a:cubicBezTo>
                  <a:cubicBezTo>
                    <a:pt x="3496714" y="726780"/>
                    <a:pt x="3457268" y="749132"/>
                    <a:pt x="3396572" y="755681"/>
                  </a:cubicBezTo>
                  <a:cubicBezTo>
                    <a:pt x="3378807" y="757611"/>
                    <a:pt x="3357809" y="758036"/>
                    <a:pt x="3341054" y="754679"/>
                  </a:cubicBezTo>
                  <a:cubicBezTo>
                    <a:pt x="3272962" y="740809"/>
                    <a:pt x="3206471" y="724541"/>
                    <a:pt x="3138775" y="710120"/>
                  </a:cubicBezTo>
                  <a:cubicBezTo>
                    <a:pt x="3095820" y="701191"/>
                    <a:pt x="3056969" y="691141"/>
                    <a:pt x="3037283" y="666453"/>
                  </a:cubicBezTo>
                  <a:cubicBezTo>
                    <a:pt x="3031764" y="659487"/>
                    <a:pt x="3015626" y="651391"/>
                    <a:pt x="3002117" y="649347"/>
                  </a:cubicBezTo>
                  <a:cubicBezTo>
                    <a:pt x="2915220" y="636209"/>
                    <a:pt x="2829194" y="627503"/>
                    <a:pt x="2747294" y="652400"/>
                  </a:cubicBezTo>
                  <a:cubicBezTo>
                    <a:pt x="2730084" y="657794"/>
                    <a:pt x="2698519" y="656140"/>
                    <a:pt x="2676273" y="652304"/>
                  </a:cubicBezTo>
                  <a:cubicBezTo>
                    <a:pt x="2590546" y="637890"/>
                    <a:pt x="2508883" y="630176"/>
                    <a:pt x="2432360" y="657836"/>
                  </a:cubicBezTo>
                  <a:cubicBezTo>
                    <a:pt x="2423352" y="661179"/>
                    <a:pt x="2395274" y="656272"/>
                    <a:pt x="2382311" y="650824"/>
                  </a:cubicBezTo>
                  <a:cubicBezTo>
                    <a:pt x="2257393" y="597728"/>
                    <a:pt x="2187724" y="592930"/>
                    <a:pt x="2055134" y="630053"/>
                  </a:cubicBezTo>
                  <a:cubicBezTo>
                    <a:pt x="2046542" y="632464"/>
                    <a:pt x="2035364" y="635121"/>
                    <a:pt x="2031829" y="639324"/>
                  </a:cubicBezTo>
                  <a:cubicBezTo>
                    <a:pt x="2007977" y="666120"/>
                    <a:pt x="1960229" y="664380"/>
                    <a:pt x="1912764" y="664183"/>
                  </a:cubicBezTo>
                  <a:cubicBezTo>
                    <a:pt x="1860521" y="663924"/>
                    <a:pt x="1808236" y="664426"/>
                    <a:pt x="1755637" y="663960"/>
                  </a:cubicBezTo>
                  <a:cubicBezTo>
                    <a:pt x="1746439" y="663859"/>
                    <a:pt x="1736243" y="661799"/>
                    <a:pt x="1727159" y="659605"/>
                  </a:cubicBezTo>
                  <a:cubicBezTo>
                    <a:pt x="1692256" y="651480"/>
                    <a:pt x="1658604" y="640559"/>
                    <a:pt x="1622470" y="634850"/>
                  </a:cubicBezTo>
                  <a:cubicBezTo>
                    <a:pt x="1544362" y="622552"/>
                    <a:pt x="1469248" y="602210"/>
                    <a:pt x="1385955" y="604522"/>
                  </a:cubicBezTo>
                  <a:cubicBezTo>
                    <a:pt x="1371585" y="604913"/>
                    <a:pt x="1355357" y="598530"/>
                    <a:pt x="1340055" y="595629"/>
                  </a:cubicBezTo>
                  <a:cubicBezTo>
                    <a:pt x="1312351" y="590552"/>
                    <a:pt x="1285460" y="583993"/>
                    <a:pt x="1257271" y="581180"/>
                  </a:cubicBezTo>
                  <a:cubicBezTo>
                    <a:pt x="1182583" y="573830"/>
                    <a:pt x="1107142" y="566824"/>
                    <a:pt x="1031914" y="562692"/>
                  </a:cubicBezTo>
                  <a:cubicBezTo>
                    <a:pt x="995593" y="560597"/>
                    <a:pt x="958880" y="565923"/>
                    <a:pt x="922031" y="566853"/>
                  </a:cubicBezTo>
                  <a:cubicBezTo>
                    <a:pt x="905446" y="567320"/>
                    <a:pt x="878533" y="568199"/>
                    <a:pt x="873250" y="563724"/>
                  </a:cubicBezTo>
                  <a:cubicBezTo>
                    <a:pt x="832343" y="529722"/>
                    <a:pt x="772202" y="532674"/>
                    <a:pt x="711627" y="529880"/>
                  </a:cubicBezTo>
                  <a:cubicBezTo>
                    <a:pt x="577999" y="523641"/>
                    <a:pt x="447408" y="543696"/>
                    <a:pt x="311112" y="525106"/>
                  </a:cubicBezTo>
                  <a:cubicBezTo>
                    <a:pt x="271645" y="519795"/>
                    <a:pt x="226936" y="530235"/>
                    <a:pt x="184145" y="532188"/>
                  </a:cubicBezTo>
                  <a:cubicBezTo>
                    <a:pt x="162015" y="533128"/>
                    <a:pt x="137665" y="534333"/>
                    <a:pt x="116886" y="530572"/>
                  </a:cubicBezTo>
                  <a:cubicBezTo>
                    <a:pt x="84810" y="524693"/>
                    <a:pt x="54011" y="515448"/>
                    <a:pt x="23941" y="506433"/>
                  </a:cubicBezTo>
                  <a:lnTo>
                    <a:pt x="0" y="502149"/>
                  </a:lnTo>
                  <a:close/>
                </a:path>
              </a:pathLst>
            </a:custGeom>
            <a:blipFill>
              <a:blip r:embed="rId5">
                <a:alphaModFix amt="57000"/>
              </a:blip>
              <a:tile tx="0" ty="0" sx="100000" sy="100000" flip="none" algn="tl"/>
            </a:blip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69074931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Minecraft | Mining Until I Find DIAMONDS | Minecraft Survival Gameplay  Walkthrough Part 2">
            <a:extLst>
              <a:ext uri="{FF2B5EF4-FFF2-40B4-BE49-F238E27FC236}">
                <a16:creationId xmlns:a16="http://schemas.microsoft.com/office/drawing/2014/main" id="{264620CD-6B3C-2741-0454-4D4A7A8E59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BlokTextu 2">
            <a:extLst>
              <a:ext uri="{FF2B5EF4-FFF2-40B4-BE49-F238E27FC236}">
                <a16:creationId xmlns:a16="http://schemas.microsoft.com/office/drawing/2014/main" id="{E6319517-7298-77C8-C3FC-FF984AA618BD}"/>
              </a:ext>
            </a:extLst>
          </p:cNvPr>
          <p:cNvSpPr txBox="1"/>
          <p:nvPr/>
        </p:nvSpPr>
        <p:spPr>
          <a:xfrm>
            <a:off x="555812" y="4338918"/>
            <a:ext cx="4267200" cy="64633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sk-SK" dirty="0">
                <a:solidFill>
                  <a:schemeClr val="tx1"/>
                </a:solidFill>
              </a:rPr>
              <a:t>V skratke – hra musí reagovať na myšku alebo klávesnicu</a:t>
            </a:r>
          </a:p>
        </p:txBody>
      </p:sp>
      <p:cxnSp>
        <p:nvCxnSpPr>
          <p:cNvPr id="5" name="Rovná spojovacia šípka 4">
            <a:extLst>
              <a:ext uri="{FF2B5EF4-FFF2-40B4-BE49-F238E27FC236}">
                <a16:creationId xmlns:a16="http://schemas.microsoft.com/office/drawing/2014/main" id="{1C89EAE6-0859-ED65-A9BB-0E1EAE5126D0}"/>
              </a:ext>
            </a:extLst>
          </p:cNvPr>
          <p:cNvCxnSpPr>
            <a:cxnSpLocks/>
          </p:cNvCxnSpPr>
          <p:nvPr/>
        </p:nvCxnSpPr>
        <p:spPr>
          <a:xfrm>
            <a:off x="5199529" y="4823012"/>
            <a:ext cx="5056095" cy="681317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6668424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Freeform: Shape 6">
            <a:extLst>
              <a:ext uri="{FF2B5EF4-FFF2-40B4-BE49-F238E27FC236}">
                <a16:creationId xmlns:a16="http://schemas.microsoft.com/office/drawing/2014/main" id="{66B332A4-D438-4773-A77F-5ED49A448D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953768" y="0"/>
            <a:ext cx="8284464" cy="6858000"/>
          </a:xfrm>
          <a:custGeom>
            <a:avLst/>
            <a:gdLst>
              <a:gd name="connsiteX0" fmla="*/ 1818109 w 8284464"/>
              <a:gd name="connsiteY0" fmla="*/ 0 h 6858000"/>
              <a:gd name="connsiteX1" fmla="*/ 6466355 w 8284464"/>
              <a:gd name="connsiteY1" fmla="*/ 0 h 6858000"/>
              <a:gd name="connsiteX2" fmla="*/ 6620596 w 8284464"/>
              <a:gd name="connsiteY2" fmla="*/ 109683 h 6858000"/>
              <a:gd name="connsiteX3" fmla="*/ 8284464 w 8284464"/>
              <a:gd name="connsiteY3" fmla="*/ 3429000 h 6858000"/>
              <a:gd name="connsiteX4" fmla="*/ 6620596 w 8284464"/>
              <a:gd name="connsiteY4" fmla="*/ 6748318 h 6858000"/>
              <a:gd name="connsiteX5" fmla="*/ 6466355 w 8284464"/>
              <a:gd name="connsiteY5" fmla="*/ 6858000 h 6858000"/>
              <a:gd name="connsiteX6" fmla="*/ 1818109 w 8284464"/>
              <a:gd name="connsiteY6" fmla="*/ 6858000 h 6858000"/>
              <a:gd name="connsiteX7" fmla="*/ 1663869 w 8284464"/>
              <a:gd name="connsiteY7" fmla="*/ 6748318 h 6858000"/>
              <a:gd name="connsiteX8" fmla="*/ 0 w 8284464"/>
              <a:gd name="connsiteY8" fmla="*/ 3429000 h 6858000"/>
              <a:gd name="connsiteX9" fmla="*/ 1663869 w 8284464"/>
              <a:gd name="connsiteY9" fmla="*/ 10968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284464" h="6858000">
                <a:moveTo>
                  <a:pt x="1818109" y="0"/>
                </a:moveTo>
                <a:lnTo>
                  <a:pt x="6466355" y="0"/>
                </a:lnTo>
                <a:lnTo>
                  <a:pt x="6620596" y="109683"/>
                </a:lnTo>
                <a:cubicBezTo>
                  <a:pt x="7630666" y="865069"/>
                  <a:pt x="8284464" y="2070683"/>
                  <a:pt x="8284464" y="3429000"/>
                </a:cubicBezTo>
                <a:cubicBezTo>
                  <a:pt x="8284464" y="4787317"/>
                  <a:pt x="7630666" y="5992931"/>
                  <a:pt x="6620596" y="6748318"/>
                </a:cubicBezTo>
                <a:lnTo>
                  <a:pt x="6466355" y="6858000"/>
                </a:lnTo>
                <a:lnTo>
                  <a:pt x="1818109" y="6858000"/>
                </a:lnTo>
                <a:lnTo>
                  <a:pt x="1663869" y="6748318"/>
                </a:lnTo>
                <a:cubicBezTo>
                  <a:pt x="653798" y="5992931"/>
                  <a:pt x="0" y="4787317"/>
                  <a:pt x="0" y="3429000"/>
                </a:cubicBezTo>
                <a:cubicBezTo>
                  <a:pt x="0" y="2070683"/>
                  <a:pt x="653798" y="865069"/>
                  <a:pt x="1663869" y="109683"/>
                </a:cubicBezTo>
                <a:close/>
              </a:path>
            </a:pathLst>
          </a:cu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3" name="Freeform: Shape 8">
            <a:extLst>
              <a:ext uri="{FF2B5EF4-FFF2-40B4-BE49-F238E27FC236}">
                <a16:creationId xmlns:a16="http://schemas.microsoft.com/office/drawing/2014/main" id="{DF9AD32D-FF05-44F4-BD4D-9CEE89B71E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118360" y="0"/>
            <a:ext cx="7955280" cy="6858000"/>
          </a:xfrm>
          <a:custGeom>
            <a:avLst/>
            <a:gdLst>
              <a:gd name="connsiteX0" fmla="*/ 1962423 w 7955280"/>
              <a:gd name="connsiteY0" fmla="*/ 0 h 6858000"/>
              <a:gd name="connsiteX1" fmla="*/ 5992858 w 7955280"/>
              <a:gd name="connsiteY1" fmla="*/ 0 h 6858000"/>
              <a:gd name="connsiteX2" fmla="*/ 6040191 w 7955280"/>
              <a:gd name="connsiteY2" fmla="*/ 27216 h 6858000"/>
              <a:gd name="connsiteX3" fmla="*/ 7955280 w 7955280"/>
              <a:gd name="connsiteY3" fmla="*/ 3429000 h 6858000"/>
              <a:gd name="connsiteX4" fmla="*/ 6040191 w 7955280"/>
              <a:gd name="connsiteY4" fmla="*/ 6830784 h 6858000"/>
              <a:gd name="connsiteX5" fmla="*/ 5992858 w 7955280"/>
              <a:gd name="connsiteY5" fmla="*/ 6858000 h 6858000"/>
              <a:gd name="connsiteX6" fmla="*/ 1962423 w 7955280"/>
              <a:gd name="connsiteY6" fmla="*/ 6858000 h 6858000"/>
              <a:gd name="connsiteX7" fmla="*/ 1915089 w 7955280"/>
              <a:gd name="connsiteY7" fmla="*/ 6830784 h 6858000"/>
              <a:gd name="connsiteX8" fmla="*/ 0 w 7955280"/>
              <a:gd name="connsiteY8" fmla="*/ 3429000 h 6858000"/>
              <a:gd name="connsiteX9" fmla="*/ 1915089 w 7955280"/>
              <a:gd name="connsiteY9" fmla="*/ 2721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7955280" h="6858000">
                <a:moveTo>
                  <a:pt x="1962423" y="0"/>
                </a:moveTo>
                <a:lnTo>
                  <a:pt x="5992858" y="0"/>
                </a:lnTo>
                <a:lnTo>
                  <a:pt x="6040191" y="27216"/>
                </a:lnTo>
                <a:cubicBezTo>
                  <a:pt x="7188332" y="724844"/>
                  <a:pt x="7955280" y="1987357"/>
                  <a:pt x="7955280" y="3429000"/>
                </a:cubicBezTo>
                <a:cubicBezTo>
                  <a:pt x="7955280" y="4870644"/>
                  <a:pt x="7188332" y="6133157"/>
                  <a:pt x="6040191" y="6830784"/>
                </a:cubicBezTo>
                <a:lnTo>
                  <a:pt x="5992858" y="6858000"/>
                </a:lnTo>
                <a:lnTo>
                  <a:pt x="1962423" y="6858000"/>
                </a:lnTo>
                <a:lnTo>
                  <a:pt x="1915089" y="6830784"/>
                </a:lnTo>
                <a:cubicBezTo>
                  <a:pt x="766948" y="6133157"/>
                  <a:pt x="0" y="4870644"/>
                  <a:pt x="0" y="3429000"/>
                </a:cubicBezTo>
                <a:cubicBezTo>
                  <a:pt x="0" y="1987357"/>
                  <a:pt x="766948" y="724844"/>
                  <a:pt x="1915089" y="27216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Pravouholník 1">
            <a:extLst>
              <a:ext uri="{FF2B5EF4-FFF2-40B4-BE49-F238E27FC236}">
                <a16:creationId xmlns:a16="http://schemas.microsoft.com/office/drawing/2014/main" id="{D1C14B20-4FA3-7FA9-03AB-EF70EFE2B7BF}"/>
              </a:ext>
            </a:extLst>
          </p:cNvPr>
          <p:cNvSpPr/>
          <p:nvPr/>
        </p:nvSpPr>
        <p:spPr>
          <a:xfrm>
            <a:off x="2555631" y="1441938"/>
            <a:ext cx="7080738" cy="397412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5400" dirty="0">
                <a:ln w="0"/>
                <a:solidFill>
                  <a:schemeClr val="bg1">
                    <a:lumMod val="95000"/>
                    <a:lumOff val="5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  <a:ea typeface="+mj-ea"/>
                <a:cs typeface="+mj-cs"/>
              </a:rPr>
              <a:t>Events</a:t>
            </a:r>
            <a:endParaRPr lang="en-US" sz="5400" b="0" cap="none" spc="0" dirty="0">
              <a:ln w="0"/>
              <a:solidFill>
                <a:schemeClr val="bg1">
                  <a:lumMod val="95000"/>
                  <a:lumOff val="5000"/>
                </a:schemeClr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+mj-lt"/>
              <a:ea typeface="+mj-ea"/>
              <a:cs typeface="+mj-cs"/>
            </a:endParaRPr>
          </a:p>
        </p:txBody>
      </p:sp>
      <p:sp>
        <p:nvSpPr>
          <p:cNvPr id="4" name="BlokTextu 3">
            <a:extLst>
              <a:ext uri="{FF2B5EF4-FFF2-40B4-BE49-F238E27FC236}">
                <a16:creationId xmlns:a16="http://schemas.microsoft.com/office/drawing/2014/main" id="{45539DE3-7DDF-EEBF-5061-8D76D86DBAFC}"/>
              </a:ext>
            </a:extLst>
          </p:cNvPr>
          <p:cNvSpPr txBox="1"/>
          <p:nvPr/>
        </p:nvSpPr>
        <p:spPr>
          <a:xfrm>
            <a:off x="2036064" y="5583033"/>
            <a:ext cx="8119872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sk-SK" dirty="0">
                <a:solidFill>
                  <a:schemeClr val="bg1"/>
                </a:solidFill>
              </a:rPr>
              <a:t>-&gt; </a:t>
            </a:r>
            <a:r>
              <a:rPr lang="sk-SK" b="1" dirty="0" err="1">
                <a:solidFill>
                  <a:schemeClr val="bg1"/>
                </a:solidFill>
              </a:rPr>
              <a:t>Events</a:t>
            </a:r>
            <a:r>
              <a:rPr lang="sk-SK" dirty="0">
                <a:solidFill>
                  <a:schemeClr val="bg1"/>
                </a:solidFill>
              </a:rPr>
              <a:t> je list / zoznam udalostí, kde každá udalosť má svoj typ </a:t>
            </a:r>
            <a:endParaRPr lang="sk-SK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5902689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ravouholník 2">
            <a:extLst>
              <a:ext uri="{FF2B5EF4-FFF2-40B4-BE49-F238E27FC236}">
                <a16:creationId xmlns:a16="http://schemas.microsoft.com/office/drawing/2014/main" id="{F7086987-D04B-EF87-D49C-D0D4C6400668}"/>
              </a:ext>
            </a:extLst>
          </p:cNvPr>
          <p:cNvSpPr/>
          <p:nvPr/>
        </p:nvSpPr>
        <p:spPr>
          <a:xfrm>
            <a:off x="2692478" y="2967335"/>
            <a:ext cx="6807056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sk-SK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Čo nám to pripomína?</a:t>
            </a:r>
          </a:p>
        </p:txBody>
      </p:sp>
    </p:spTree>
    <p:extLst>
      <p:ext uri="{BB962C8B-B14F-4D97-AF65-F5344CB8AC3E}">
        <p14:creationId xmlns:p14="http://schemas.microsoft.com/office/powerpoint/2010/main" val="313648728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ravouholník 1">
            <a:extLst>
              <a:ext uri="{FF2B5EF4-FFF2-40B4-BE49-F238E27FC236}">
                <a16:creationId xmlns:a16="http://schemas.microsoft.com/office/drawing/2014/main" id="{2F9392FB-8923-15BD-C6D1-81C0F6CD4867}"/>
              </a:ext>
            </a:extLst>
          </p:cNvPr>
          <p:cNvSpPr/>
          <p:nvPr/>
        </p:nvSpPr>
        <p:spPr>
          <a:xfrm>
            <a:off x="4240652" y="277923"/>
            <a:ext cx="3710696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sk-SK" sz="5400" b="0" cap="none" spc="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Array</a:t>
            </a:r>
            <a:r>
              <a:rPr lang="sk-SK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vs List</a:t>
            </a:r>
          </a:p>
        </p:txBody>
      </p:sp>
      <p:sp>
        <p:nvSpPr>
          <p:cNvPr id="3" name="BlokTextu 2">
            <a:extLst>
              <a:ext uri="{FF2B5EF4-FFF2-40B4-BE49-F238E27FC236}">
                <a16:creationId xmlns:a16="http://schemas.microsoft.com/office/drawing/2014/main" id="{8DEE41BB-EC8D-1985-E33B-D4CF4E481A56}"/>
              </a:ext>
            </a:extLst>
          </p:cNvPr>
          <p:cNvSpPr txBox="1"/>
          <p:nvPr/>
        </p:nvSpPr>
        <p:spPr>
          <a:xfrm>
            <a:off x="681318" y="1541929"/>
            <a:ext cx="4769223" cy="480131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sk-SK" dirty="0"/>
              <a:t>1. Pole – „</a:t>
            </a:r>
            <a:r>
              <a:rPr lang="sk-SK" dirty="0" err="1"/>
              <a:t>array</a:t>
            </a:r>
            <a:r>
              <a:rPr lang="sk-SK" dirty="0"/>
              <a:t>“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sk-SK" dirty="0"/>
              <a:t>obsahuje prvky rovnakého typu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sk-SK" dirty="0"/>
              <a:t>napríklad všetky prvky sú  </a:t>
            </a:r>
            <a:r>
              <a:rPr lang="sk-SK" dirty="0" err="1"/>
              <a:t>integer</a:t>
            </a:r>
            <a:endParaRPr lang="sk-SK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sk-SK" dirty="0"/>
              <a:t>alebo všetky prvky sú </a:t>
            </a:r>
            <a:r>
              <a:rPr lang="sk-SK" dirty="0" err="1"/>
              <a:t>string</a:t>
            </a:r>
            <a:endParaRPr lang="sk-SK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sk-SK" dirty="0"/>
              <a:t>alebo </a:t>
            </a:r>
            <a:r>
              <a:rPr lang="sk-SK" dirty="0" err="1"/>
              <a:t>float</a:t>
            </a:r>
            <a:r>
              <a:rPr lang="sk-SK" dirty="0"/>
              <a:t>...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sk-SK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sk-SK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sk-SK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sk-SK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sk-SK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sk-SK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sk-SK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sk-SK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sk-SK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sk-SK" dirty="0"/>
          </a:p>
          <a:p>
            <a:endParaRPr lang="sk-SK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sk-SK" dirty="0"/>
          </a:p>
        </p:txBody>
      </p:sp>
      <p:sp>
        <p:nvSpPr>
          <p:cNvPr id="4" name="BlokTextu 3">
            <a:extLst>
              <a:ext uri="{FF2B5EF4-FFF2-40B4-BE49-F238E27FC236}">
                <a16:creationId xmlns:a16="http://schemas.microsoft.com/office/drawing/2014/main" id="{EF14B751-4379-D1D4-108D-79B82F09BB7E}"/>
              </a:ext>
            </a:extLst>
          </p:cNvPr>
          <p:cNvSpPr txBox="1"/>
          <p:nvPr/>
        </p:nvSpPr>
        <p:spPr>
          <a:xfrm>
            <a:off x="6741461" y="1541929"/>
            <a:ext cx="4769223" cy="480131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sk-SK" dirty="0"/>
              <a:t>2. Zoznam – „list“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sk-SK" dirty="0"/>
              <a:t>môže obsahovať prvky rôzneho typu</a:t>
            </a:r>
          </a:p>
          <a:p>
            <a:endParaRPr lang="sk-SK" dirty="0"/>
          </a:p>
          <a:p>
            <a:endParaRPr lang="sk-SK" dirty="0"/>
          </a:p>
          <a:p>
            <a:endParaRPr lang="sk-SK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sk-SK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sk-SK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sk-SK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sk-SK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sk-SK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sk-SK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sk-SK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sk-SK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sk-SK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sk-SK" dirty="0"/>
          </a:p>
          <a:p>
            <a:endParaRPr lang="sk-SK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sk-SK" dirty="0"/>
          </a:p>
        </p:txBody>
      </p:sp>
      <p:pic>
        <p:nvPicPr>
          <p:cNvPr id="5" name="Obrázok 4">
            <a:extLst>
              <a:ext uri="{FF2B5EF4-FFF2-40B4-BE49-F238E27FC236}">
                <a16:creationId xmlns:a16="http://schemas.microsoft.com/office/drawing/2014/main" id="{8BEEED64-D667-8CCD-9AC2-A2FCB967D4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1500" y="4541371"/>
            <a:ext cx="3628858" cy="774700"/>
          </a:xfrm>
          <a:prstGeom prst="rect">
            <a:avLst/>
          </a:prstGeom>
        </p:spPr>
      </p:pic>
      <p:pic>
        <p:nvPicPr>
          <p:cNvPr id="6" name="Obrázok 5">
            <a:extLst>
              <a:ext uri="{FF2B5EF4-FFF2-40B4-BE49-F238E27FC236}">
                <a16:creationId xmlns:a16="http://schemas.microsoft.com/office/drawing/2014/main" id="{25499475-80B5-E41A-19A2-B16FC30FAB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7584" y="3555236"/>
            <a:ext cx="4056976" cy="7746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85153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ravouholník 1">
            <a:extLst>
              <a:ext uri="{FF2B5EF4-FFF2-40B4-BE49-F238E27FC236}">
                <a16:creationId xmlns:a16="http://schemas.microsoft.com/office/drawing/2014/main" id="{0620B490-1B4E-0820-5DA9-8D475D41C861}"/>
              </a:ext>
            </a:extLst>
          </p:cNvPr>
          <p:cNvSpPr/>
          <p:nvPr/>
        </p:nvSpPr>
        <p:spPr>
          <a:xfrm>
            <a:off x="704813" y="2967335"/>
            <a:ext cx="6945491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sk-SK" sz="5400" b="0" cap="none" spc="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Events</a:t>
            </a:r>
            <a:r>
              <a:rPr lang="sk-SK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sú zoznam (list)</a:t>
            </a:r>
          </a:p>
        </p:txBody>
      </p:sp>
      <p:sp>
        <p:nvSpPr>
          <p:cNvPr id="3" name="BlokTextu 2">
            <a:extLst>
              <a:ext uri="{FF2B5EF4-FFF2-40B4-BE49-F238E27FC236}">
                <a16:creationId xmlns:a16="http://schemas.microsoft.com/office/drawing/2014/main" id="{78D34A8E-D17C-D87E-6B74-42A93414E74D}"/>
              </a:ext>
            </a:extLst>
          </p:cNvPr>
          <p:cNvSpPr txBox="1"/>
          <p:nvPr/>
        </p:nvSpPr>
        <p:spPr>
          <a:xfrm>
            <a:off x="870652" y="3890665"/>
            <a:ext cx="8119872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sk-SK" dirty="0">
                <a:solidFill>
                  <a:schemeClr val="tx1"/>
                </a:solidFill>
              </a:rPr>
              <a:t>zoznam udalostí, kde každá položka reprezentuje jednu udalosť</a:t>
            </a:r>
            <a:endParaRPr lang="sk-SK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8174260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A4AC5506-6312-4701-8D3C-40187889A9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1752"/>
            <a:ext cx="12192000" cy="73655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Pravouholník 1">
            <a:extLst>
              <a:ext uri="{FF2B5EF4-FFF2-40B4-BE49-F238E27FC236}">
                <a16:creationId xmlns:a16="http://schemas.microsoft.com/office/drawing/2014/main" id="{B26C89A2-C8B2-F53E-1DD7-DEC15BE9D159}"/>
              </a:ext>
            </a:extLst>
          </p:cNvPr>
          <p:cNvSpPr/>
          <p:nvPr/>
        </p:nvSpPr>
        <p:spPr>
          <a:xfrm>
            <a:off x="556532" y="643467"/>
            <a:ext cx="11210925" cy="7448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200" b="0" kern="1200" cap="none" spc="0" dirty="0" err="1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  <a:ea typeface="+mj-ea"/>
                <a:cs typeface="+mj-cs"/>
              </a:rPr>
              <a:t>Detekcia</a:t>
            </a:r>
            <a:r>
              <a:rPr lang="en-US" sz="3200" b="0" kern="1200" cap="none" spc="0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  <a:ea typeface="+mj-ea"/>
                <a:cs typeface="+mj-cs"/>
              </a:rPr>
              <a:t> </a:t>
            </a:r>
            <a:r>
              <a:rPr lang="en-US" sz="3200" b="0" kern="1200" cap="none" spc="0" dirty="0" err="1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  <a:ea typeface="+mj-ea"/>
                <a:cs typeface="+mj-cs"/>
              </a:rPr>
              <a:t>stlačenia</a:t>
            </a:r>
            <a:r>
              <a:rPr lang="en-US" sz="3200" b="0" kern="1200" cap="none" spc="0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  <a:ea typeface="+mj-ea"/>
                <a:cs typeface="+mj-cs"/>
              </a:rPr>
              <a:t> </a:t>
            </a:r>
            <a:r>
              <a:rPr lang="en-US" sz="3200" b="0" kern="1200" cap="none" spc="0" dirty="0" err="1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  <a:ea typeface="+mj-ea"/>
                <a:cs typeface="+mj-cs"/>
              </a:rPr>
              <a:t>klávesy</a:t>
            </a:r>
            <a:r>
              <a:rPr lang="en-US" sz="3200" b="0" kern="1200" cap="none" spc="0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  <a:ea typeface="+mj-ea"/>
                <a:cs typeface="+mj-cs"/>
              </a:rPr>
              <a:t> (</a:t>
            </a:r>
            <a:r>
              <a:rPr lang="en-US" sz="3200" b="0" kern="1200" cap="none" spc="0" dirty="0" err="1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  <a:ea typeface="+mj-ea"/>
                <a:cs typeface="+mj-cs"/>
              </a:rPr>
              <a:t>Keydown</a:t>
            </a:r>
            <a:r>
              <a:rPr lang="en-US" sz="3200" b="0" kern="1200" cap="none" spc="0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  <a:ea typeface="+mj-ea"/>
                <a:cs typeface="+mj-cs"/>
              </a:rPr>
              <a:t>)</a:t>
            </a:r>
          </a:p>
        </p:txBody>
      </p:sp>
      <p:pic>
        <p:nvPicPr>
          <p:cNvPr id="3" name="Obrázok 2" descr="Obrázok, na ktorom je text, snímka obrazovky, softvér, písmo&#10;&#10;Obsah vygenerovaný pomocou AI môže byť nesprávny.">
            <a:extLst>
              <a:ext uri="{FF2B5EF4-FFF2-40B4-BE49-F238E27FC236}">
                <a16:creationId xmlns:a16="http://schemas.microsoft.com/office/drawing/2014/main" id="{2B47E206-0F92-2F59-0900-005676BE09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467" y="1786733"/>
            <a:ext cx="10905066" cy="4171187"/>
          </a:xfrm>
          <a:prstGeom prst="rect">
            <a:avLst/>
          </a:prstGeom>
        </p:spPr>
      </p:pic>
      <p:sp>
        <p:nvSpPr>
          <p:cNvPr id="4" name="Pravouholník 3">
            <a:extLst>
              <a:ext uri="{FF2B5EF4-FFF2-40B4-BE49-F238E27FC236}">
                <a16:creationId xmlns:a16="http://schemas.microsoft.com/office/drawing/2014/main" id="{474C960A-28D4-2429-22A4-C09C5A696BBB}"/>
              </a:ext>
            </a:extLst>
          </p:cNvPr>
          <p:cNvSpPr/>
          <p:nvPr/>
        </p:nvSpPr>
        <p:spPr>
          <a:xfrm>
            <a:off x="430306" y="2843123"/>
            <a:ext cx="4751293" cy="585878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43601443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A4AC5506-6312-4701-8D3C-40187889A9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1752"/>
            <a:ext cx="12192000" cy="73655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Pravouholník 1">
            <a:extLst>
              <a:ext uri="{FF2B5EF4-FFF2-40B4-BE49-F238E27FC236}">
                <a16:creationId xmlns:a16="http://schemas.microsoft.com/office/drawing/2014/main" id="{CFC3C599-F99E-EEB0-4183-B8976722891A}"/>
              </a:ext>
            </a:extLst>
          </p:cNvPr>
          <p:cNvSpPr/>
          <p:nvPr/>
        </p:nvSpPr>
        <p:spPr>
          <a:xfrm>
            <a:off x="556532" y="643467"/>
            <a:ext cx="11210925" cy="7448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200" b="0" kern="1200" cap="none" spc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  <a:ea typeface="+mj-ea"/>
                <a:cs typeface="+mj-cs"/>
              </a:rPr>
              <a:t>Funkcia v pythone</a:t>
            </a:r>
          </a:p>
        </p:txBody>
      </p:sp>
      <p:pic>
        <p:nvPicPr>
          <p:cNvPr id="3" name="Obrázok 2">
            <a:extLst>
              <a:ext uri="{FF2B5EF4-FFF2-40B4-BE49-F238E27FC236}">
                <a16:creationId xmlns:a16="http://schemas.microsoft.com/office/drawing/2014/main" id="{532EB376-9FDB-9E65-4960-37EBFEFA0A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4742" y="1675227"/>
            <a:ext cx="9202515" cy="4394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124390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67E721D-6EB8-4E70-1DBB-405932510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8">
            <a:extLst>
              <a:ext uri="{FF2B5EF4-FFF2-40B4-BE49-F238E27FC236}">
                <a16:creationId xmlns:a16="http://schemas.microsoft.com/office/drawing/2014/main" id="{A4AC5506-6312-4701-8D3C-40187889A9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1752"/>
            <a:ext cx="12192000" cy="73655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Pravouholník 1">
            <a:extLst>
              <a:ext uri="{FF2B5EF4-FFF2-40B4-BE49-F238E27FC236}">
                <a16:creationId xmlns:a16="http://schemas.microsoft.com/office/drawing/2014/main" id="{D9B62BA3-0F96-D8C7-3B49-2FC71C4233F4}"/>
              </a:ext>
            </a:extLst>
          </p:cNvPr>
          <p:cNvSpPr/>
          <p:nvPr/>
        </p:nvSpPr>
        <p:spPr>
          <a:xfrm>
            <a:off x="556532" y="643467"/>
            <a:ext cx="11210925" cy="7448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200" b="0" kern="1200" cap="none" spc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  <a:ea typeface="+mj-ea"/>
                <a:cs typeface="+mj-cs"/>
              </a:rPr>
              <a:t>Funkcia v pythone</a:t>
            </a:r>
          </a:p>
        </p:txBody>
      </p:sp>
      <p:pic>
        <p:nvPicPr>
          <p:cNvPr id="4" name="Obrázok 3">
            <a:extLst>
              <a:ext uri="{FF2B5EF4-FFF2-40B4-BE49-F238E27FC236}">
                <a16:creationId xmlns:a16="http://schemas.microsoft.com/office/drawing/2014/main" id="{4B27CA79-AC6E-31A7-EA1D-5961757C8B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1799" y="1675227"/>
            <a:ext cx="8788401" cy="4394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833203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1A51621-F113-4BC4-B6FD-1D7FFC44CB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A4AC5506-6312-4701-8D3C-40187889A9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1752"/>
            <a:ext cx="12192000" cy="73655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Pravouholník 4">
            <a:extLst>
              <a:ext uri="{FF2B5EF4-FFF2-40B4-BE49-F238E27FC236}">
                <a16:creationId xmlns:a16="http://schemas.microsoft.com/office/drawing/2014/main" id="{8B93FA4F-91D0-7611-3047-ED5A850BD81B}"/>
              </a:ext>
            </a:extLst>
          </p:cNvPr>
          <p:cNvSpPr/>
          <p:nvPr/>
        </p:nvSpPr>
        <p:spPr>
          <a:xfrm>
            <a:off x="556532" y="643467"/>
            <a:ext cx="11210925" cy="7448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200" b="0" kern="1200" cap="none" spc="0" noProof="1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  <a:ea typeface="+mj-ea"/>
                <a:cs typeface="+mj-cs"/>
              </a:rPr>
              <a:t>Funkcia v pythone </a:t>
            </a:r>
          </a:p>
        </p:txBody>
      </p:sp>
      <p:sp>
        <p:nvSpPr>
          <p:cNvPr id="7" name="Pravouholník 6">
            <a:extLst>
              <a:ext uri="{FF2B5EF4-FFF2-40B4-BE49-F238E27FC236}">
                <a16:creationId xmlns:a16="http://schemas.microsoft.com/office/drawing/2014/main" id="{A9758625-DB65-91CB-9DBA-693A88C2BD0B}"/>
              </a:ext>
            </a:extLst>
          </p:cNvPr>
          <p:cNvSpPr/>
          <p:nvPr/>
        </p:nvSpPr>
        <p:spPr>
          <a:xfrm>
            <a:off x="232228" y="1588479"/>
            <a:ext cx="10631031" cy="175432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marL="571500" indent="-571500">
              <a:buFontTx/>
              <a:buChar char="-"/>
            </a:pPr>
            <a:r>
              <a:rPr lang="sk-SK" sz="3600" b="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môže byť aj v osobitnom file a vieme ju importovať do nášho working file</a:t>
            </a:r>
          </a:p>
          <a:p>
            <a:pPr marL="571500" indent="-571500">
              <a:buFontTx/>
              <a:buChar char="-"/>
            </a:pPr>
            <a:r>
              <a:rPr lang="sk-SK" sz="3600" noProof="1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osobitný blok v programe</a:t>
            </a:r>
            <a:endParaRPr lang="sk-SK" sz="3600" b="0" cap="none" spc="0" noProof="1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3551002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8619E597-05E0-39CA-C346-8BAF775206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/>
          <a:lstStyle/>
          <a:p>
            <a:r>
              <a:rPr lang="sk-SK" noProof="1"/>
              <a:t>Pohyb pomocou kláves a,s,d,w</a:t>
            </a:r>
          </a:p>
        </p:txBody>
      </p:sp>
      <p:pic>
        <p:nvPicPr>
          <p:cNvPr id="4" name="Obrázok 3" descr="Obrázok, na ktorom je pixel, snímka obrazovky, grafika, dizajn&#10;&#10;Obsah vygenerovaný pomocou AI môže byť nesprávny.">
            <a:extLst>
              <a:ext uri="{FF2B5EF4-FFF2-40B4-BE49-F238E27FC236}">
                <a16:creationId xmlns:a16="http://schemas.microsoft.com/office/drawing/2014/main" id="{59FC440E-E5D7-6A8E-DA5B-AB3471625B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59337" y="3034146"/>
            <a:ext cx="2286000" cy="22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681309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rázok 1">
            <a:extLst>
              <a:ext uri="{FF2B5EF4-FFF2-40B4-BE49-F238E27FC236}">
                <a16:creationId xmlns:a16="http://schemas.microsoft.com/office/drawing/2014/main" id="{DF015929-E7F1-EF96-04F2-FC40CCD27C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888" y="138191"/>
            <a:ext cx="10258425" cy="6581617"/>
          </a:xfrm>
          <a:prstGeom prst="rect">
            <a:avLst/>
          </a:prstGeom>
        </p:spPr>
      </p:pic>
      <p:sp>
        <p:nvSpPr>
          <p:cNvPr id="3" name="Pravouholník 2">
            <a:extLst>
              <a:ext uri="{FF2B5EF4-FFF2-40B4-BE49-F238E27FC236}">
                <a16:creationId xmlns:a16="http://schemas.microsoft.com/office/drawing/2014/main" id="{4673022E-CBFF-E5A4-81A6-E1C73985DCD8}"/>
              </a:ext>
            </a:extLst>
          </p:cNvPr>
          <p:cNvSpPr/>
          <p:nvPr/>
        </p:nvSpPr>
        <p:spPr>
          <a:xfrm>
            <a:off x="131001" y="138191"/>
            <a:ext cx="4726007" cy="93058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k-SK"/>
          </a:p>
        </p:txBody>
      </p:sp>
      <p:sp>
        <p:nvSpPr>
          <p:cNvPr id="4" name="BlokTextu 3">
            <a:extLst>
              <a:ext uri="{FF2B5EF4-FFF2-40B4-BE49-F238E27FC236}">
                <a16:creationId xmlns:a16="http://schemas.microsoft.com/office/drawing/2014/main" id="{1196642B-3A97-8858-82A9-6BEFCC0A55DB}"/>
              </a:ext>
            </a:extLst>
          </p:cNvPr>
          <p:cNvSpPr txBox="1"/>
          <p:nvPr/>
        </p:nvSpPr>
        <p:spPr>
          <a:xfrm>
            <a:off x="4702628" y="504104"/>
            <a:ext cx="3241964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sk-SK" dirty="0"/>
              <a:t>toto by sme mali mať všetci</a:t>
            </a:r>
          </a:p>
        </p:txBody>
      </p:sp>
    </p:spTree>
    <p:extLst>
      <p:ext uri="{BB962C8B-B14F-4D97-AF65-F5344CB8AC3E}">
        <p14:creationId xmlns:p14="http://schemas.microsoft.com/office/powerpoint/2010/main" val="190201077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rázok 1">
            <a:extLst>
              <a:ext uri="{FF2B5EF4-FFF2-40B4-BE49-F238E27FC236}">
                <a16:creationId xmlns:a16="http://schemas.microsoft.com/office/drawing/2014/main" id="{1D8ABD37-1925-0C48-23B8-6DD35A4E5E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888" y="138191"/>
            <a:ext cx="10258425" cy="6581617"/>
          </a:xfrm>
          <a:prstGeom prst="rect">
            <a:avLst/>
          </a:prstGeom>
        </p:spPr>
      </p:pic>
      <p:sp>
        <p:nvSpPr>
          <p:cNvPr id="3" name="Pravouholník 2">
            <a:extLst>
              <a:ext uri="{FF2B5EF4-FFF2-40B4-BE49-F238E27FC236}">
                <a16:creationId xmlns:a16="http://schemas.microsoft.com/office/drawing/2014/main" id="{C0C3EE3D-2A42-18A6-8F73-4A93F34922FA}"/>
              </a:ext>
            </a:extLst>
          </p:cNvPr>
          <p:cNvSpPr/>
          <p:nvPr/>
        </p:nvSpPr>
        <p:spPr>
          <a:xfrm>
            <a:off x="142876" y="1140031"/>
            <a:ext cx="7457332" cy="38973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k-SK"/>
          </a:p>
        </p:txBody>
      </p:sp>
      <p:sp>
        <p:nvSpPr>
          <p:cNvPr id="4" name="BlokTextu 3">
            <a:extLst>
              <a:ext uri="{FF2B5EF4-FFF2-40B4-BE49-F238E27FC236}">
                <a16:creationId xmlns:a16="http://schemas.microsoft.com/office/drawing/2014/main" id="{F4F12008-184D-3D31-DCAE-D36972F2699A}"/>
              </a:ext>
            </a:extLst>
          </p:cNvPr>
          <p:cNvSpPr txBox="1"/>
          <p:nvPr/>
        </p:nvSpPr>
        <p:spPr>
          <a:xfrm>
            <a:off x="7822499" y="873231"/>
            <a:ext cx="3241964" cy="92333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sk-SK" dirty="0"/>
              <a:t>uložíme obrázok do premennej, s ktorým chceme hýbať</a:t>
            </a:r>
          </a:p>
        </p:txBody>
      </p:sp>
    </p:spTree>
    <p:extLst>
      <p:ext uri="{BB962C8B-B14F-4D97-AF65-F5344CB8AC3E}">
        <p14:creationId xmlns:p14="http://schemas.microsoft.com/office/powerpoint/2010/main" val="378209783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rázok 1">
            <a:extLst>
              <a:ext uri="{FF2B5EF4-FFF2-40B4-BE49-F238E27FC236}">
                <a16:creationId xmlns:a16="http://schemas.microsoft.com/office/drawing/2014/main" id="{42208D62-51B7-E94E-FF91-7504CE9EEF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888" y="138191"/>
            <a:ext cx="10258425" cy="6581617"/>
          </a:xfrm>
          <a:prstGeom prst="rect">
            <a:avLst/>
          </a:prstGeom>
        </p:spPr>
      </p:pic>
      <p:sp>
        <p:nvSpPr>
          <p:cNvPr id="3" name="Pravouholník 2">
            <a:extLst>
              <a:ext uri="{FF2B5EF4-FFF2-40B4-BE49-F238E27FC236}">
                <a16:creationId xmlns:a16="http://schemas.microsoft.com/office/drawing/2014/main" id="{16CCF815-775F-60F3-888A-094EFB43F7D3}"/>
              </a:ext>
            </a:extLst>
          </p:cNvPr>
          <p:cNvSpPr/>
          <p:nvPr/>
        </p:nvSpPr>
        <p:spPr>
          <a:xfrm>
            <a:off x="142875" y="1531917"/>
            <a:ext cx="7800975" cy="40376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k-SK"/>
          </a:p>
        </p:txBody>
      </p:sp>
      <p:sp>
        <p:nvSpPr>
          <p:cNvPr id="4" name="BlokTextu 3">
            <a:extLst>
              <a:ext uri="{FF2B5EF4-FFF2-40B4-BE49-F238E27FC236}">
                <a16:creationId xmlns:a16="http://schemas.microsoft.com/office/drawing/2014/main" id="{C1CB9735-BB22-B436-20E8-F12541A297CA}"/>
              </a:ext>
            </a:extLst>
          </p:cNvPr>
          <p:cNvSpPr txBox="1"/>
          <p:nvPr/>
        </p:nvSpPr>
        <p:spPr>
          <a:xfrm>
            <a:off x="7714570" y="1751012"/>
            <a:ext cx="2786743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sk-SK" dirty="0"/>
              <a:t>začiatočná pozícia hráča</a:t>
            </a:r>
          </a:p>
        </p:txBody>
      </p:sp>
    </p:spTree>
    <p:extLst>
      <p:ext uri="{BB962C8B-B14F-4D97-AF65-F5344CB8AC3E}">
        <p14:creationId xmlns:p14="http://schemas.microsoft.com/office/powerpoint/2010/main" val="352145970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rázok 1">
            <a:extLst>
              <a:ext uri="{FF2B5EF4-FFF2-40B4-BE49-F238E27FC236}">
                <a16:creationId xmlns:a16="http://schemas.microsoft.com/office/drawing/2014/main" id="{09B3D8CB-0C3C-9E1E-30C5-3297F57760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888" y="138191"/>
            <a:ext cx="10258425" cy="6581617"/>
          </a:xfrm>
          <a:prstGeom prst="rect">
            <a:avLst/>
          </a:prstGeom>
        </p:spPr>
      </p:pic>
      <p:sp>
        <p:nvSpPr>
          <p:cNvPr id="3" name="Pravouholník 2">
            <a:extLst>
              <a:ext uri="{FF2B5EF4-FFF2-40B4-BE49-F238E27FC236}">
                <a16:creationId xmlns:a16="http://schemas.microsoft.com/office/drawing/2014/main" id="{6EC83BD5-20D4-578A-2BED-9E27B52E16DE}"/>
              </a:ext>
            </a:extLst>
          </p:cNvPr>
          <p:cNvSpPr/>
          <p:nvPr/>
        </p:nvSpPr>
        <p:spPr>
          <a:xfrm>
            <a:off x="142875" y="1983179"/>
            <a:ext cx="7800975" cy="204589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k-SK"/>
          </a:p>
        </p:txBody>
      </p:sp>
      <p:sp>
        <p:nvSpPr>
          <p:cNvPr id="4" name="BlokTextu 3">
            <a:extLst>
              <a:ext uri="{FF2B5EF4-FFF2-40B4-BE49-F238E27FC236}">
                <a16:creationId xmlns:a16="http://schemas.microsoft.com/office/drawing/2014/main" id="{3956DAEC-ADD8-6234-DFDA-705778DD1E6E}"/>
              </a:ext>
            </a:extLst>
          </p:cNvPr>
          <p:cNvSpPr txBox="1"/>
          <p:nvPr/>
        </p:nvSpPr>
        <p:spPr>
          <a:xfrm>
            <a:off x="7085178" y="2821461"/>
            <a:ext cx="958685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sk-SK" dirty="0"/>
              <a:t>funkcia</a:t>
            </a:r>
          </a:p>
        </p:txBody>
      </p:sp>
    </p:spTree>
    <p:extLst>
      <p:ext uri="{BB962C8B-B14F-4D97-AF65-F5344CB8AC3E}">
        <p14:creationId xmlns:p14="http://schemas.microsoft.com/office/powerpoint/2010/main" val="84061830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rázok 2">
            <a:extLst>
              <a:ext uri="{FF2B5EF4-FFF2-40B4-BE49-F238E27FC236}">
                <a16:creationId xmlns:a16="http://schemas.microsoft.com/office/drawing/2014/main" id="{B96A0DCC-6C2B-5AB8-A73B-11995487EE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888" y="138191"/>
            <a:ext cx="10258425" cy="6581617"/>
          </a:xfrm>
          <a:prstGeom prst="rect">
            <a:avLst/>
          </a:prstGeom>
        </p:spPr>
      </p:pic>
      <p:sp>
        <p:nvSpPr>
          <p:cNvPr id="6" name="Pravouholník 5">
            <a:extLst>
              <a:ext uri="{FF2B5EF4-FFF2-40B4-BE49-F238E27FC236}">
                <a16:creationId xmlns:a16="http://schemas.microsoft.com/office/drawing/2014/main" id="{13B7CF95-5EE7-62EE-AEDF-34AA811B4EFA}"/>
              </a:ext>
            </a:extLst>
          </p:cNvPr>
          <p:cNvSpPr/>
          <p:nvPr/>
        </p:nvSpPr>
        <p:spPr>
          <a:xfrm>
            <a:off x="914400" y="5095876"/>
            <a:ext cx="5986464" cy="4191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k-SK"/>
          </a:p>
        </p:txBody>
      </p:sp>
      <p:cxnSp>
        <p:nvCxnSpPr>
          <p:cNvPr id="10" name="Rovná spojovacia šípka 9">
            <a:extLst>
              <a:ext uri="{FF2B5EF4-FFF2-40B4-BE49-F238E27FC236}">
                <a16:creationId xmlns:a16="http://schemas.microsoft.com/office/drawing/2014/main" id="{1F224155-4226-8EBB-C203-4D7FAE4ADC97}"/>
              </a:ext>
            </a:extLst>
          </p:cNvPr>
          <p:cNvCxnSpPr>
            <a:cxnSpLocks/>
          </p:cNvCxnSpPr>
          <p:nvPr/>
        </p:nvCxnSpPr>
        <p:spPr>
          <a:xfrm flipH="1">
            <a:off x="1596571" y="1698172"/>
            <a:ext cx="721360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BlokTextu 11">
            <a:extLst>
              <a:ext uri="{FF2B5EF4-FFF2-40B4-BE49-F238E27FC236}">
                <a16:creationId xmlns:a16="http://schemas.microsoft.com/office/drawing/2014/main" id="{887ABD5D-A738-A339-DB83-13E52A6FDFEA}"/>
              </a:ext>
            </a:extLst>
          </p:cNvPr>
          <p:cNvSpPr txBox="1"/>
          <p:nvPr/>
        </p:nvSpPr>
        <p:spPr>
          <a:xfrm>
            <a:off x="8262371" y="1513506"/>
            <a:ext cx="2786743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sk-SK" dirty="0"/>
              <a:t>začiatočná pozícia hráča</a:t>
            </a:r>
          </a:p>
        </p:txBody>
      </p:sp>
      <p:cxnSp>
        <p:nvCxnSpPr>
          <p:cNvPr id="13" name="Rovná spojovacia šípka 12">
            <a:extLst>
              <a:ext uri="{FF2B5EF4-FFF2-40B4-BE49-F238E27FC236}">
                <a16:creationId xmlns:a16="http://schemas.microsoft.com/office/drawing/2014/main" id="{216DB21C-7B4F-27A6-024B-47099E5B18DC}"/>
              </a:ext>
            </a:extLst>
          </p:cNvPr>
          <p:cNvCxnSpPr>
            <a:cxnSpLocks/>
          </p:cNvCxnSpPr>
          <p:nvPr/>
        </p:nvCxnSpPr>
        <p:spPr>
          <a:xfrm flipH="1">
            <a:off x="2866571" y="2140857"/>
            <a:ext cx="721360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BlokTextu 13">
            <a:extLst>
              <a:ext uri="{FF2B5EF4-FFF2-40B4-BE49-F238E27FC236}">
                <a16:creationId xmlns:a16="http://schemas.microsoft.com/office/drawing/2014/main" id="{5CAE4DAB-7EFA-6BC8-A64F-D02EB2263C65}"/>
              </a:ext>
            </a:extLst>
          </p:cNvPr>
          <p:cNvSpPr txBox="1"/>
          <p:nvPr/>
        </p:nvSpPr>
        <p:spPr>
          <a:xfrm>
            <a:off x="9800320" y="1956191"/>
            <a:ext cx="1019514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sk-SK" dirty="0"/>
              <a:t>funkcia</a:t>
            </a:r>
          </a:p>
        </p:txBody>
      </p:sp>
      <p:cxnSp>
        <p:nvCxnSpPr>
          <p:cNvPr id="15" name="Rovná spojovacia šípka 14">
            <a:extLst>
              <a:ext uri="{FF2B5EF4-FFF2-40B4-BE49-F238E27FC236}">
                <a16:creationId xmlns:a16="http://schemas.microsoft.com/office/drawing/2014/main" id="{131B2E04-7612-E6C6-0385-76B078DA2841}"/>
              </a:ext>
            </a:extLst>
          </p:cNvPr>
          <p:cNvCxnSpPr>
            <a:cxnSpLocks/>
          </p:cNvCxnSpPr>
          <p:nvPr/>
        </p:nvCxnSpPr>
        <p:spPr>
          <a:xfrm flipH="1">
            <a:off x="4482115" y="5287469"/>
            <a:ext cx="721360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BlokTextu 15">
            <a:extLst>
              <a:ext uri="{FF2B5EF4-FFF2-40B4-BE49-F238E27FC236}">
                <a16:creationId xmlns:a16="http://schemas.microsoft.com/office/drawing/2014/main" id="{A4901330-BFAB-8F19-1832-EB3493D01974}"/>
              </a:ext>
            </a:extLst>
          </p:cNvPr>
          <p:cNvSpPr txBox="1"/>
          <p:nvPr/>
        </p:nvSpPr>
        <p:spPr>
          <a:xfrm>
            <a:off x="9466729" y="5102803"/>
            <a:ext cx="2320628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sk-SK" dirty="0"/>
              <a:t>nová podmienka</a:t>
            </a:r>
          </a:p>
        </p:txBody>
      </p:sp>
    </p:spTree>
    <p:extLst>
      <p:ext uri="{BB962C8B-B14F-4D97-AF65-F5344CB8AC3E}">
        <p14:creationId xmlns:p14="http://schemas.microsoft.com/office/powerpoint/2010/main" val="143049743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rázok 1">
            <a:extLst>
              <a:ext uri="{FF2B5EF4-FFF2-40B4-BE49-F238E27FC236}">
                <a16:creationId xmlns:a16="http://schemas.microsoft.com/office/drawing/2014/main" id="{CA4E2A8B-0CC3-F32A-7BDB-A72070A822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888" y="138191"/>
            <a:ext cx="10258425" cy="6581617"/>
          </a:xfrm>
          <a:prstGeom prst="rect">
            <a:avLst/>
          </a:prstGeom>
        </p:spPr>
      </p:pic>
      <p:sp>
        <p:nvSpPr>
          <p:cNvPr id="3" name="Pravouholník 2">
            <a:extLst>
              <a:ext uri="{FF2B5EF4-FFF2-40B4-BE49-F238E27FC236}">
                <a16:creationId xmlns:a16="http://schemas.microsoft.com/office/drawing/2014/main" id="{7BE232D3-6C90-B1DC-A41B-FA0F8F4E1C60}"/>
              </a:ext>
            </a:extLst>
          </p:cNvPr>
          <p:cNvSpPr/>
          <p:nvPr/>
        </p:nvSpPr>
        <p:spPr>
          <a:xfrm>
            <a:off x="547610" y="5535848"/>
            <a:ext cx="5028732" cy="84996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k-SK"/>
          </a:p>
        </p:txBody>
      </p:sp>
      <p:sp>
        <p:nvSpPr>
          <p:cNvPr id="4" name="BlokTextu 3">
            <a:extLst>
              <a:ext uri="{FF2B5EF4-FFF2-40B4-BE49-F238E27FC236}">
                <a16:creationId xmlns:a16="http://schemas.microsoft.com/office/drawing/2014/main" id="{603B04F6-1BA8-1057-7E08-D64DD6931CAB}"/>
              </a:ext>
            </a:extLst>
          </p:cNvPr>
          <p:cNvSpPr txBox="1"/>
          <p:nvPr/>
        </p:nvSpPr>
        <p:spPr>
          <a:xfrm>
            <a:off x="5134572" y="5776163"/>
            <a:ext cx="2320628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sk-SK" dirty="0"/>
              <a:t>vykreslenie obrázku</a:t>
            </a:r>
          </a:p>
        </p:txBody>
      </p:sp>
    </p:spTree>
    <p:extLst>
      <p:ext uri="{BB962C8B-B14F-4D97-AF65-F5344CB8AC3E}">
        <p14:creationId xmlns:p14="http://schemas.microsoft.com/office/powerpoint/2010/main" val="235365287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ravouholník 3">
            <a:extLst>
              <a:ext uri="{FF2B5EF4-FFF2-40B4-BE49-F238E27FC236}">
                <a16:creationId xmlns:a16="http://schemas.microsoft.com/office/drawing/2014/main" id="{2F30C7AA-BCBD-C2C7-EFCB-06E568A57464}"/>
              </a:ext>
            </a:extLst>
          </p:cNvPr>
          <p:cNvSpPr/>
          <p:nvPr/>
        </p:nvSpPr>
        <p:spPr>
          <a:xfrm>
            <a:off x="1780079" y="2967335"/>
            <a:ext cx="8631851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sk-SK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Teraz skúsime plynulý pohyb</a:t>
            </a:r>
          </a:p>
        </p:txBody>
      </p:sp>
    </p:spTree>
    <p:extLst>
      <p:ext uri="{BB962C8B-B14F-4D97-AF65-F5344CB8AC3E}">
        <p14:creationId xmlns:p14="http://schemas.microsoft.com/office/powerpoint/2010/main" val="248705948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rázok 2">
            <a:extLst>
              <a:ext uri="{FF2B5EF4-FFF2-40B4-BE49-F238E27FC236}">
                <a16:creationId xmlns:a16="http://schemas.microsoft.com/office/drawing/2014/main" id="{72232AFB-ECC1-D387-8CCE-6FE5A5B935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80" y="875212"/>
            <a:ext cx="11978640" cy="4661370"/>
          </a:xfrm>
          <a:prstGeom prst="rect">
            <a:avLst/>
          </a:prstGeom>
        </p:spPr>
      </p:pic>
      <p:sp>
        <p:nvSpPr>
          <p:cNvPr id="4" name="Pravouholník 3">
            <a:extLst>
              <a:ext uri="{FF2B5EF4-FFF2-40B4-BE49-F238E27FC236}">
                <a16:creationId xmlns:a16="http://schemas.microsoft.com/office/drawing/2014/main" id="{3D5EE88A-5E9B-16C9-264C-47278E3615D1}"/>
              </a:ext>
            </a:extLst>
          </p:cNvPr>
          <p:cNvSpPr/>
          <p:nvPr/>
        </p:nvSpPr>
        <p:spPr>
          <a:xfrm>
            <a:off x="106680" y="875212"/>
            <a:ext cx="10069286" cy="255378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k-SK"/>
          </a:p>
        </p:txBody>
      </p:sp>
      <p:sp>
        <p:nvSpPr>
          <p:cNvPr id="5" name="BlokTextu 4">
            <a:extLst>
              <a:ext uri="{FF2B5EF4-FFF2-40B4-BE49-F238E27FC236}">
                <a16:creationId xmlns:a16="http://schemas.microsoft.com/office/drawing/2014/main" id="{42DA2754-ED89-C03B-80DC-A354A791C5A2}"/>
              </a:ext>
            </a:extLst>
          </p:cNvPr>
          <p:cNvSpPr txBox="1"/>
          <p:nvPr/>
        </p:nvSpPr>
        <p:spPr>
          <a:xfrm>
            <a:off x="8713795" y="2836565"/>
            <a:ext cx="2320628" cy="646331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sk-SK" dirty="0"/>
              <a:t>tieto riadky nám ostávajú bez zmeny</a:t>
            </a:r>
          </a:p>
        </p:txBody>
      </p:sp>
    </p:spTree>
    <p:extLst>
      <p:ext uri="{BB962C8B-B14F-4D97-AF65-F5344CB8AC3E}">
        <p14:creationId xmlns:p14="http://schemas.microsoft.com/office/powerpoint/2010/main" val="205917490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E357A7-F919-902B-D78A-639AAEE2E9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rázok 2">
            <a:extLst>
              <a:ext uri="{FF2B5EF4-FFF2-40B4-BE49-F238E27FC236}">
                <a16:creationId xmlns:a16="http://schemas.microsoft.com/office/drawing/2014/main" id="{06D5BB39-AB65-A05D-FBCC-DCB6703166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80" y="875212"/>
            <a:ext cx="11978640" cy="4661370"/>
          </a:xfrm>
          <a:prstGeom prst="rect">
            <a:avLst/>
          </a:prstGeom>
        </p:spPr>
      </p:pic>
      <p:sp>
        <p:nvSpPr>
          <p:cNvPr id="5" name="BlokTextu 4">
            <a:extLst>
              <a:ext uri="{FF2B5EF4-FFF2-40B4-BE49-F238E27FC236}">
                <a16:creationId xmlns:a16="http://schemas.microsoft.com/office/drawing/2014/main" id="{C897864F-9B76-EC62-A612-C558BD08609F}"/>
              </a:ext>
            </a:extLst>
          </p:cNvPr>
          <p:cNvSpPr txBox="1"/>
          <p:nvPr/>
        </p:nvSpPr>
        <p:spPr>
          <a:xfrm>
            <a:off x="4638184" y="4246390"/>
            <a:ext cx="2320628" cy="646331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sk-SK" dirty="0"/>
              <a:t>pridáme rýchlosť a stavy pohybu</a:t>
            </a:r>
          </a:p>
        </p:txBody>
      </p:sp>
      <p:sp>
        <p:nvSpPr>
          <p:cNvPr id="2" name="Pravouholník 1">
            <a:extLst>
              <a:ext uri="{FF2B5EF4-FFF2-40B4-BE49-F238E27FC236}">
                <a16:creationId xmlns:a16="http://schemas.microsoft.com/office/drawing/2014/main" id="{028B41D3-82DE-D059-7B1F-32E0A5E85D02}"/>
              </a:ext>
            </a:extLst>
          </p:cNvPr>
          <p:cNvSpPr/>
          <p:nvPr/>
        </p:nvSpPr>
        <p:spPr>
          <a:xfrm>
            <a:off x="106680" y="3482896"/>
            <a:ext cx="7556218" cy="217332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412100361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rázok 2">
            <a:extLst>
              <a:ext uri="{FF2B5EF4-FFF2-40B4-BE49-F238E27FC236}">
                <a16:creationId xmlns:a16="http://schemas.microsoft.com/office/drawing/2014/main" id="{6997607C-B2D8-2229-71EF-3E5BA79936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659" y="842554"/>
            <a:ext cx="11244682" cy="5172892"/>
          </a:xfrm>
          <a:prstGeom prst="rect">
            <a:avLst/>
          </a:prstGeom>
        </p:spPr>
      </p:pic>
      <p:sp>
        <p:nvSpPr>
          <p:cNvPr id="4" name="Pravouholník 3">
            <a:extLst>
              <a:ext uri="{FF2B5EF4-FFF2-40B4-BE49-F238E27FC236}">
                <a16:creationId xmlns:a16="http://schemas.microsoft.com/office/drawing/2014/main" id="{ADA00C59-0A68-54F0-4A75-BCF8F77B6813}"/>
              </a:ext>
            </a:extLst>
          </p:cNvPr>
          <p:cNvSpPr/>
          <p:nvPr/>
        </p:nvSpPr>
        <p:spPr>
          <a:xfrm>
            <a:off x="106680" y="3429000"/>
            <a:ext cx="10226040" cy="271054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k-SK"/>
          </a:p>
        </p:txBody>
      </p:sp>
      <p:sp>
        <p:nvSpPr>
          <p:cNvPr id="5" name="BlokTextu 4">
            <a:extLst>
              <a:ext uri="{FF2B5EF4-FFF2-40B4-BE49-F238E27FC236}">
                <a16:creationId xmlns:a16="http://schemas.microsoft.com/office/drawing/2014/main" id="{90AC245B-BCA4-15B2-F51B-750C7BBAA99A}"/>
              </a:ext>
            </a:extLst>
          </p:cNvPr>
          <p:cNvSpPr txBox="1"/>
          <p:nvPr/>
        </p:nvSpPr>
        <p:spPr>
          <a:xfrm>
            <a:off x="7211566" y="2822539"/>
            <a:ext cx="2820708" cy="92333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sk-SK" dirty="0"/>
              <a:t>pod funkciu </a:t>
            </a:r>
            <a:r>
              <a:rPr lang="sk-SK" b="1" noProof="1"/>
              <a:t>spracuj_keydown() </a:t>
            </a:r>
            <a:r>
              <a:rPr lang="sk-SK" dirty="0"/>
              <a:t>vložíme novú funkciu</a:t>
            </a:r>
          </a:p>
        </p:txBody>
      </p:sp>
    </p:spTree>
    <p:extLst>
      <p:ext uri="{BB962C8B-B14F-4D97-AF65-F5344CB8AC3E}">
        <p14:creationId xmlns:p14="http://schemas.microsoft.com/office/powerpoint/2010/main" val="356820429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rázok 2">
            <a:extLst>
              <a:ext uri="{FF2B5EF4-FFF2-40B4-BE49-F238E27FC236}">
                <a16:creationId xmlns:a16="http://schemas.microsoft.com/office/drawing/2014/main" id="{9538BF37-8B9E-2F76-4FC3-171F36F886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6131" y="404781"/>
            <a:ext cx="10917301" cy="6257276"/>
          </a:xfrm>
          <a:prstGeom prst="rect">
            <a:avLst/>
          </a:prstGeom>
        </p:spPr>
      </p:pic>
      <p:sp>
        <p:nvSpPr>
          <p:cNvPr id="4" name="Pravouholník 3">
            <a:extLst>
              <a:ext uri="{FF2B5EF4-FFF2-40B4-BE49-F238E27FC236}">
                <a16:creationId xmlns:a16="http://schemas.microsoft.com/office/drawing/2014/main" id="{0BF77C36-B232-5A2D-BC6F-8EF715DB204C}"/>
              </a:ext>
            </a:extLst>
          </p:cNvPr>
          <p:cNvSpPr/>
          <p:nvPr/>
        </p:nvSpPr>
        <p:spPr>
          <a:xfrm>
            <a:off x="1319349" y="2073729"/>
            <a:ext cx="3918857" cy="66947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k-SK"/>
          </a:p>
        </p:txBody>
      </p:sp>
      <p:sp>
        <p:nvSpPr>
          <p:cNvPr id="6" name="Pravouholník 5">
            <a:extLst>
              <a:ext uri="{FF2B5EF4-FFF2-40B4-BE49-F238E27FC236}">
                <a16:creationId xmlns:a16="http://schemas.microsoft.com/office/drawing/2014/main" id="{8B368133-C6F8-48B2-8749-8C1060AA4EFF}"/>
              </a:ext>
            </a:extLst>
          </p:cNvPr>
          <p:cNvSpPr/>
          <p:nvPr/>
        </p:nvSpPr>
        <p:spPr>
          <a:xfrm>
            <a:off x="1014549" y="2863947"/>
            <a:ext cx="3918857" cy="202156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k-SK"/>
          </a:p>
        </p:txBody>
      </p:sp>
      <p:sp>
        <p:nvSpPr>
          <p:cNvPr id="7" name="BlokTextu 6">
            <a:extLst>
              <a:ext uri="{FF2B5EF4-FFF2-40B4-BE49-F238E27FC236}">
                <a16:creationId xmlns:a16="http://schemas.microsoft.com/office/drawing/2014/main" id="{0251D755-4DB4-702A-3386-2FA53324CAA1}"/>
              </a:ext>
            </a:extLst>
          </p:cNvPr>
          <p:cNvSpPr txBox="1"/>
          <p:nvPr/>
        </p:nvSpPr>
        <p:spPr>
          <a:xfrm>
            <a:off x="5090495" y="2249576"/>
            <a:ext cx="3295323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sk-SK" dirty="0"/>
              <a:t>pridáme KEYUP do </a:t>
            </a:r>
            <a:r>
              <a:rPr lang="sk-SK" dirty="0" err="1"/>
              <a:t>while</a:t>
            </a:r>
            <a:r>
              <a:rPr lang="sk-SK" dirty="0"/>
              <a:t> cyklu</a:t>
            </a:r>
          </a:p>
        </p:txBody>
      </p:sp>
      <p:sp>
        <p:nvSpPr>
          <p:cNvPr id="8" name="BlokTextu 7">
            <a:extLst>
              <a:ext uri="{FF2B5EF4-FFF2-40B4-BE49-F238E27FC236}">
                <a16:creationId xmlns:a16="http://schemas.microsoft.com/office/drawing/2014/main" id="{7D8699F7-F2BB-20CB-8AE2-90B894DD1923}"/>
              </a:ext>
            </a:extLst>
          </p:cNvPr>
          <p:cNvSpPr txBox="1"/>
          <p:nvPr/>
        </p:nvSpPr>
        <p:spPr>
          <a:xfrm>
            <a:off x="4681192" y="3518460"/>
            <a:ext cx="3295323" cy="646331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sk-SK" dirty="0"/>
              <a:t>pridáme podmienky na plynulý pohyb</a:t>
            </a:r>
          </a:p>
        </p:txBody>
      </p:sp>
    </p:spTree>
    <p:extLst>
      <p:ext uri="{BB962C8B-B14F-4D97-AF65-F5344CB8AC3E}">
        <p14:creationId xmlns:p14="http://schemas.microsoft.com/office/powerpoint/2010/main" val="193749059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rázok 2">
            <a:extLst>
              <a:ext uri="{FF2B5EF4-FFF2-40B4-BE49-F238E27FC236}">
                <a16:creationId xmlns:a16="http://schemas.microsoft.com/office/drawing/2014/main" id="{C6C02783-252F-534C-F45F-E5084419CA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44" y="2069782"/>
            <a:ext cx="10038111" cy="2452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879357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rázok 2">
            <a:extLst>
              <a:ext uri="{FF2B5EF4-FFF2-40B4-BE49-F238E27FC236}">
                <a16:creationId xmlns:a16="http://schemas.microsoft.com/office/drawing/2014/main" id="{6502D6BB-3530-3BDE-4A0E-4A7DE153C8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504" y="444137"/>
            <a:ext cx="10406479" cy="5576109"/>
          </a:xfrm>
          <a:prstGeom prst="rect">
            <a:avLst/>
          </a:prstGeom>
        </p:spPr>
      </p:pic>
      <p:sp>
        <p:nvSpPr>
          <p:cNvPr id="4" name="Pravouholník 3">
            <a:extLst>
              <a:ext uri="{FF2B5EF4-FFF2-40B4-BE49-F238E27FC236}">
                <a16:creationId xmlns:a16="http://schemas.microsoft.com/office/drawing/2014/main" id="{AE2FC547-40E7-CC5F-612F-FDB07F38D375}"/>
              </a:ext>
            </a:extLst>
          </p:cNvPr>
          <p:cNvSpPr/>
          <p:nvPr/>
        </p:nvSpPr>
        <p:spPr>
          <a:xfrm>
            <a:off x="576943" y="3089365"/>
            <a:ext cx="10226040" cy="323305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k-SK"/>
          </a:p>
        </p:txBody>
      </p:sp>
      <p:sp>
        <p:nvSpPr>
          <p:cNvPr id="5" name="BlokTextu 4">
            <a:extLst>
              <a:ext uri="{FF2B5EF4-FFF2-40B4-BE49-F238E27FC236}">
                <a16:creationId xmlns:a16="http://schemas.microsoft.com/office/drawing/2014/main" id="{C005A2BC-9D07-EF97-6670-58F33044A66C}"/>
              </a:ext>
            </a:extLst>
          </p:cNvPr>
          <p:cNvSpPr txBox="1"/>
          <p:nvPr/>
        </p:nvSpPr>
        <p:spPr>
          <a:xfrm>
            <a:off x="7006381" y="2266099"/>
            <a:ext cx="3295323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sk-SK" dirty="0"/>
              <a:t>1024 - 100 = 924</a:t>
            </a:r>
          </a:p>
        </p:txBody>
      </p:sp>
      <p:pic>
        <p:nvPicPr>
          <p:cNvPr id="7" name="Obrázok 6">
            <a:extLst>
              <a:ext uri="{FF2B5EF4-FFF2-40B4-BE49-F238E27FC236}">
                <a16:creationId xmlns:a16="http://schemas.microsoft.com/office/drawing/2014/main" id="{6566EE4E-A7FD-797A-C143-17362DA618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1192" y="208754"/>
            <a:ext cx="6512178" cy="1972744"/>
          </a:xfrm>
          <a:prstGeom prst="rect">
            <a:avLst/>
          </a:prstGeom>
        </p:spPr>
      </p:pic>
      <p:sp>
        <p:nvSpPr>
          <p:cNvPr id="8" name="BlokTextu 7">
            <a:extLst>
              <a:ext uri="{FF2B5EF4-FFF2-40B4-BE49-F238E27FC236}">
                <a16:creationId xmlns:a16="http://schemas.microsoft.com/office/drawing/2014/main" id="{E60D0D7C-D8FA-192F-8FE3-6CD5F9E4C927}"/>
              </a:ext>
            </a:extLst>
          </p:cNvPr>
          <p:cNvSpPr txBox="1"/>
          <p:nvPr/>
        </p:nvSpPr>
        <p:spPr>
          <a:xfrm>
            <a:off x="7212905" y="5420081"/>
            <a:ext cx="2882273" cy="12003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sk-SK" noProof="1"/>
              <a:t>pohyb_hraca() zavoláme na mieste, kde sme mali predtým vo while cykle všetky tieto if-y</a:t>
            </a:r>
          </a:p>
        </p:txBody>
      </p:sp>
      <p:cxnSp>
        <p:nvCxnSpPr>
          <p:cNvPr id="10" name="Rovná spojovacia šípka 9">
            <a:extLst>
              <a:ext uri="{FF2B5EF4-FFF2-40B4-BE49-F238E27FC236}">
                <a16:creationId xmlns:a16="http://schemas.microsoft.com/office/drawing/2014/main" id="{B968417F-E76F-2825-A7D0-B75C790752C8}"/>
              </a:ext>
            </a:extLst>
          </p:cNvPr>
          <p:cNvCxnSpPr/>
          <p:nvPr/>
        </p:nvCxnSpPr>
        <p:spPr>
          <a:xfrm flipH="1" flipV="1">
            <a:off x="4206240" y="2635431"/>
            <a:ext cx="3006665" cy="278465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4544183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rázok 1">
            <a:extLst>
              <a:ext uri="{FF2B5EF4-FFF2-40B4-BE49-F238E27FC236}">
                <a16:creationId xmlns:a16="http://schemas.microsoft.com/office/drawing/2014/main" id="{1252E1EC-40A2-5A90-13EB-93CDBC7E81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5255" y="342368"/>
            <a:ext cx="11041490" cy="6173263"/>
          </a:xfrm>
          <a:prstGeom prst="rect">
            <a:avLst/>
          </a:prstGeom>
        </p:spPr>
      </p:pic>
      <p:sp>
        <p:nvSpPr>
          <p:cNvPr id="3" name="Pravouholník 2">
            <a:extLst>
              <a:ext uri="{FF2B5EF4-FFF2-40B4-BE49-F238E27FC236}">
                <a16:creationId xmlns:a16="http://schemas.microsoft.com/office/drawing/2014/main" id="{CEDE1321-981C-89F6-BAD4-0801C27194CC}"/>
              </a:ext>
            </a:extLst>
          </p:cNvPr>
          <p:cNvSpPr/>
          <p:nvPr/>
        </p:nvSpPr>
        <p:spPr>
          <a:xfrm>
            <a:off x="400050" y="1466851"/>
            <a:ext cx="10172700" cy="520541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k-SK"/>
          </a:p>
        </p:txBody>
      </p:sp>
      <p:sp>
        <p:nvSpPr>
          <p:cNvPr id="4" name="BlokTextu 3">
            <a:extLst>
              <a:ext uri="{FF2B5EF4-FFF2-40B4-BE49-F238E27FC236}">
                <a16:creationId xmlns:a16="http://schemas.microsoft.com/office/drawing/2014/main" id="{73A32AB9-EDB5-18F2-F886-04F17EAEB2A1}"/>
              </a:ext>
            </a:extLst>
          </p:cNvPr>
          <p:cNvSpPr txBox="1"/>
          <p:nvPr/>
        </p:nvSpPr>
        <p:spPr>
          <a:xfrm>
            <a:off x="7648697" y="940887"/>
            <a:ext cx="4187123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sk-SK" dirty="0">
                <a:solidFill>
                  <a:schemeClr val="tx1"/>
                </a:solidFill>
              </a:rPr>
              <a:t>samozrejme máme aj iné klávesy</a:t>
            </a:r>
            <a:endParaRPr lang="sk-SK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67592478"/>
      </p:ext>
    </p:extLst>
  </p:cSld>
  <p:clrMapOvr>
    <a:masterClrMapping/>
  </p:clrMapOvr>
</p:sld>
</file>

<file path=ppt/theme/theme1.xml><?xml version="1.0" encoding="utf-8"?>
<a:theme xmlns:a="http://schemas.openxmlformats.org/drawingml/2006/main" name="Motív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Motív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1137</TotalTime>
  <Words>256</Words>
  <Application>Microsoft Macintosh PowerPoint</Application>
  <PresentationFormat>Širokouhlá</PresentationFormat>
  <Paragraphs>72</Paragraphs>
  <Slides>48</Slides>
  <Notes>2</Notes>
  <HiddenSlides>0</HiddenSlides>
  <MMClips>0</MMClips>
  <ScaleCrop>false</ScaleCrop>
  <HeadingPairs>
    <vt:vector size="6" baseType="variant">
      <vt:variant>
        <vt:lpstr>Použité písma</vt:lpstr>
      </vt:variant>
      <vt:variant>
        <vt:i4>3</vt:i4>
      </vt:variant>
      <vt:variant>
        <vt:lpstr>Motív</vt:lpstr>
      </vt:variant>
      <vt:variant>
        <vt:i4>1</vt:i4>
      </vt:variant>
      <vt:variant>
        <vt:lpstr>Nadpisy snímok</vt:lpstr>
      </vt:variant>
      <vt:variant>
        <vt:i4>48</vt:i4>
      </vt:variant>
    </vt:vector>
  </HeadingPairs>
  <TitlesOfParts>
    <vt:vector size="52" baseType="lpstr">
      <vt:lpstr>Aptos</vt:lpstr>
      <vt:lpstr>Aptos Display</vt:lpstr>
      <vt:lpstr>Arial</vt:lpstr>
      <vt:lpstr>Motív Office</vt:lpstr>
      <vt:lpstr>Prezentácia programu PowerPoint</vt:lpstr>
      <vt:lpstr>Prezentácia programu PowerPoint</vt:lpstr>
      <vt:lpstr>Prezentácia programu PowerPoint</vt:lpstr>
      <vt:lpstr>Prezentácia programu PowerPoint</vt:lpstr>
      <vt:lpstr>Prezentácia programu PowerPoint</vt:lpstr>
      <vt:lpstr>Prezentácia programu PowerPoint</vt:lpstr>
      <vt:lpstr>Prezentácia programu PowerPoint</vt:lpstr>
      <vt:lpstr>Prezentácia programu PowerPoint</vt:lpstr>
      <vt:lpstr>Prezentácia programu PowerPoint</vt:lpstr>
      <vt:lpstr>Prezentácia programu PowerPoint</vt:lpstr>
      <vt:lpstr>Prezentácia programu PowerPoint</vt:lpstr>
      <vt:lpstr>Prezentácia programu PowerPoint</vt:lpstr>
      <vt:lpstr>Prezentácia programu PowerPoint</vt:lpstr>
      <vt:lpstr>Prezentácia programu PowerPoint</vt:lpstr>
      <vt:lpstr>Prezentácia programu PowerPoint</vt:lpstr>
      <vt:lpstr>Prezentácia programu PowerPoint</vt:lpstr>
      <vt:lpstr>Prezentácia programu PowerPoint</vt:lpstr>
      <vt:lpstr>Prezentácia programu PowerPoint</vt:lpstr>
      <vt:lpstr>Prezentácia programu PowerPoint</vt:lpstr>
      <vt:lpstr>Prezentácia programu PowerPoint</vt:lpstr>
      <vt:lpstr>Prezentácia programu PowerPoint</vt:lpstr>
      <vt:lpstr>Prezentácia programu PowerPoint</vt:lpstr>
      <vt:lpstr>Prezentácia programu PowerPoint</vt:lpstr>
      <vt:lpstr>Prezentácia programu PowerPoint</vt:lpstr>
      <vt:lpstr>Prezentácia programu PowerPoint</vt:lpstr>
      <vt:lpstr>Prezentácia programu PowerPoint</vt:lpstr>
      <vt:lpstr>Prezentácia programu PowerPoint</vt:lpstr>
      <vt:lpstr>Prezentácia programu PowerPoint</vt:lpstr>
      <vt:lpstr>Prezentácia programu PowerPoint</vt:lpstr>
      <vt:lpstr>Prezentácia programu PowerPoint</vt:lpstr>
      <vt:lpstr>Prezentácia programu PowerPoint</vt:lpstr>
      <vt:lpstr>Prezentácia programu PowerPoint</vt:lpstr>
      <vt:lpstr>Prezentácia programu PowerPoint</vt:lpstr>
      <vt:lpstr>Pohyb pomocou kláves a,s,d,w</vt:lpstr>
      <vt:lpstr>Prezentácia programu PowerPoint</vt:lpstr>
      <vt:lpstr>Prezentácia programu PowerPoint</vt:lpstr>
      <vt:lpstr>Prezentácia programu PowerPoint</vt:lpstr>
      <vt:lpstr>Prezentácia programu PowerPoint</vt:lpstr>
      <vt:lpstr>Prezentácia programu PowerPoint</vt:lpstr>
      <vt:lpstr>Prezentácia programu PowerPoint</vt:lpstr>
      <vt:lpstr>Prezentácia programu PowerPoint</vt:lpstr>
      <vt:lpstr>Prezentácia programu PowerPoint</vt:lpstr>
      <vt:lpstr>Prezentácia programu PowerPoint</vt:lpstr>
      <vt:lpstr>Prezentácia programu PowerPoint</vt:lpstr>
      <vt:lpstr>Prezentácia programu PowerPoint</vt:lpstr>
      <vt:lpstr>Prezentácia programu PowerPoint</vt:lpstr>
      <vt:lpstr>Prezentácia programu PowerPoint</vt:lpstr>
      <vt:lpstr>Prezentácia programu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Pani Kacmarova</dc:creator>
  <cp:lastModifiedBy>Pani Kacmarova</cp:lastModifiedBy>
  <cp:revision>20</cp:revision>
  <dcterms:created xsi:type="dcterms:W3CDTF">2025-11-28T20:39:00Z</dcterms:created>
  <dcterms:modified xsi:type="dcterms:W3CDTF">2026-03-02T17:33:16Z</dcterms:modified>
</cp:coreProperties>
</file>