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78" r:id="rId2"/>
    <p:sldId id="27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1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290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292" r:id="rId49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66"/>
    <p:restoredTop sz="94691"/>
  </p:normalViewPr>
  <p:slideViewPr>
    <p:cSldViewPr snapToGrid="0">
      <p:cViewPr>
        <p:scale>
          <a:sx n="98" d="100"/>
          <a:sy n="98" d="100"/>
        </p:scale>
        <p:origin x="58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240E5-5C35-244C-83C9-08A503C8CD03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BCBFA-4D33-3B42-B53A-4A8129449FF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5167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CBCBFA-4D33-3B42-B53A-4A8129449FF3}" type="slidenum">
              <a:rPr lang="sk-SK" smtClean="0"/>
              <a:t>20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88050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5EDD-32DC-2C95-A1BB-6B0AF923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564B0920-89FF-29E4-4B25-F2730544F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A4383AB6-F49D-0F8D-C3B5-FC00C42ED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82458A0-17D1-281E-9B76-91C12615B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CBCBFA-4D33-3B42-B53A-4A8129449FF3}" type="slidenum">
              <a:rPr lang="sk-SK" smtClean="0"/>
              <a:t>21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4320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98F150-5EB2-C49E-D754-19D8FA1DE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6CE62BD-F5DD-EF3A-4C17-61601D9D9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BD76F2D-F231-726A-1407-F6F937CD5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79D9D63-C083-F0F3-7FD4-6B4A79418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D4BBB99-2577-684E-0EBB-8DCF5E1D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5861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DDDA52-E773-5251-2577-33E8BA7C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7250B98-0615-A818-D750-C5106C44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AF5EC33-9FAF-58CB-A032-AD6686D6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0E7A832-E2E1-797A-65E6-BB1B19EE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67806B3-5E1A-6422-2BBC-95BAE13F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37262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F49FA6-130F-A736-3A2F-637DE3D0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DACB918-0A87-CD07-B9A3-23F6B9762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CF146DC-7816-F3E8-D8F7-BB55267D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6A78B67-D60B-99BF-9E75-51F75D0B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6491AA8-C802-D1E2-263A-637B791F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0759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86B567-D001-5791-2C0C-307E18E5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1EB4FE9-5469-0C67-C2BF-B18918557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CF98E45-7F2B-351F-016B-9BB8C6E80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01EDD28-C909-3E58-1069-FA9934BB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28C95014-4BDD-6D21-8FE6-9B598BAAF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38A5280D-CF31-9328-5014-16C1A3A8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551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9F3F1D-6360-EF33-2389-6B024BEE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8D864C6-517A-D8AE-E6C8-44CEA69BD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6356A7A7-E12F-5294-31D3-F194183EF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AB7AB0B-0ECD-1CDA-0CA9-CFAC1FA45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EA5A5239-750A-0504-6C81-593C3E666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DA79F5F8-5EFF-AB99-3FDB-B4EB1901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694F4DB0-7003-7432-24D9-2B67C943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4F0EB3DD-0621-3BF8-F7EC-F0823629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1657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CCA87E-0334-3D7C-8D09-F4DD2246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331B7FE9-8CF9-82DD-A613-30ED5D5F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27410D2D-14E5-01D3-C590-5AAA6384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4C3CFCD7-5D55-5E83-61FC-D91CD3EA8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8572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61EC648D-3A7D-5017-9EDB-BC3710C5A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BA234AEE-4AE1-C27A-4BB2-5C8305BF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C7DBD04-CDF5-51F9-55E6-89D16E04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1081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39EBAB-909C-B042-78CF-D44AF8E2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059A30-A681-9C62-345D-56E1A96DE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2FF50DD-1D36-742E-C938-20678065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3B8FCC1-2126-9F32-A179-0BB1D284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EE32EC86-943A-A919-1237-1033F341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18DB114-3B97-2733-8504-53C77F90F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5778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A39C3C-23A9-D5C7-447A-BCFECCFE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5444A3ED-8F35-5D98-3AC3-152883C06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1919D4E-F538-337E-0E69-45BA80EEA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F302A21-28C4-D17A-7DC5-849AAFA8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50B6C5F-40A7-BEA6-29D4-C43413E2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7750F9EF-1151-E29C-6F1E-33AEDD84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5331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1EAD8F-E4AA-07C1-2D4F-9B4FB29D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CB853846-B10C-5BB5-7A9D-BC932D62F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7DE5AA8-8AB6-4CCE-D0B5-8A6D6B04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A49A793-D0C2-D207-F22B-BC4D820D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DD9D3AD-6DE6-A1C7-2EC7-BD02F902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3112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E1B8F083-281A-91CD-93C4-1205C28C7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211A25AC-3F43-599D-8E04-8038E17BC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F424107-33A0-24FE-71A7-5840AA12E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414A8A8-0DE8-A87E-D02A-E5131F60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8710875-1747-F8E4-67EB-3C36CD6E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14530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F440EE41-48ED-CCF2-943C-5BDD3A7B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95DDC8E-E842-191E-4E6A-4EEC65D0F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F422B5F-C7F1-6065-A262-7FB92BFA3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CDC57-04B0-AF42-8261-9D53A7E1802B}" type="datetimeFigureOut">
              <a:rPr lang="sk-SK" smtClean="0"/>
              <a:t>28.2.2026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1F2D2A5-91B6-18CC-8EE5-037CA7026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65CBAAE-3634-D0F8-3189-69825EEA2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43FD6-681C-364D-ABCE-96C22D4A7B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4947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758B2FB-80A9-967A-9C80-B3B25029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0431" y="2853124"/>
            <a:ext cx="3611137" cy="11517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k-SK" sz="3600" noProof="1"/>
              <a:t>import pygame</a:t>
            </a:r>
          </a:p>
          <a:p>
            <a:pPr marL="0" indent="0">
              <a:buNone/>
            </a:pPr>
            <a:r>
              <a:rPr lang="sk-SK" sz="3600" noProof="1"/>
              <a:t>pygame.init()</a:t>
            </a:r>
          </a:p>
        </p:txBody>
      </p:sp>
    </p:spTree>
    <p:extLst>
      <p:ext uri="{BB962C8B-B14F-4D97-AF65-F5344CB8AC3E}">
        <p14:creationId xmlns:p14="http://schemas.microsoft.com/office/powerpoint/2010/main" val="1647936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4203A229-9F7D-14E0-00BD-050B7402B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36" y="0"/>
            <a:ext cx="11692328" cy="689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8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71A429BD-B591-C0FB-62C7-775A124E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6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9EECF-C416-2222-F6C4-A7B661EB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63E35843-342A-51CB-27A5-7D03E61425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r="1" b="1"/>
          <a:stretch>
            <a:fillRect/>
          </a:stretch>
        </p:blipFill>
        <p:spPr>
          <a:xfrm>
            <a:off x="1143036" y="643466"/>
            <a:ext cx="990592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1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14292-5DCE-75CD-480A-3792D15C5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0662BC91-03FA-16E3-BCE2-B6D74432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8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ABDD1F-70A6-8CCE-641A-4EEAA112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Obrázok 1">
            <a:extLst>
              <a:ext uri="{FF2B5EF4-FFF2-40B4-BE49-F238E27FC236}">
                <a16:creationId xmlns:a16="http://schemas.microsoft.com/office/drawing/2014/main" id="{40C651A5-0101-6DCC-C9B7-5F4FFD2D36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79"/>
          <a:stretch>
            <a:fillRect/>
          </a:stretch>
        </p:blipFill>
        <p:spPr>
          <a:xfrm>
            <a:off x="838199" y="735153"/>
            <a:ext cx="10515602" cy="53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ACAAE-03D0-3796-55BB-697B25FC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4A8C07D8-40D2-E078-DEA4-B7419154E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8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D75A3-676C-0398-4983-08FB7EBD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806FA585-E29A-8B6A-94C8-D4D74F9B5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0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9A234-347A-81E2-91EB-9F55BF09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C98397A1-7E53-0CB0-8A42-C0168991C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73" r="255" b="1"/>
          <a:stretch>
            <a:fillRect/>
          </a:stretch>
        </p:blipFill>
        <p:spPr>
          <a:xfrm>
            <a:off x="1143036" y="643466"/>
            <a:ext cx="990592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8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43682-49AA-BD1A-E3BA-2A7B54E0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F2A46FC-A8BE-4771-BE51-D9123E918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61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rázok 1">
            <a:extLst>
              <a:ext uri="{FF2B5EF4-FFF2-40B4-BE49-F238E27FC236}">
                <a16:creationId xmlns:a16="http://schemas.microsoft.com/office/drawing/2014/main" id="{69C8CDC8-682C-D014-0653-9E5E2439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72"/>
          <a:stretch>
            <a:fillRect/>
          </a:stretch>
        </p:blipFill>
        <p:spPr>
          <a:xfrm>
            <a:off x="615790" y="508000"/>
            <a:ext cx="10960420" cy="5792694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21926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968EE2E1-4EDB-5874-033D-4427B54CC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01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992C6-E793-C744-1E6D-4F7247178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D074AF15-5239-2A88-9EF7-AC4343E2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2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C1675-BA4B-6731-B2C8-9FAE36DE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5FB2CE14-B4C5-CA45-FFEF-150E2759F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13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23CF0-08EC-2CF6-8682-9F177DC9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3E892DCA-269B-E679-E4D5-D83AF61AE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75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DDACC-B4E4-0229-BB70-A349855F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321359F5-0790-E6BB-09F4-35759197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859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DE55A-DE79-C0F4-8890-60150FA70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79E33A6D-6DED-1890-2129-A124E452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79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218AF-744A-0C3C-9CF4-13098A1F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AECEE25B-86D7-F35D-B165-2AA8A74AC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9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2BAAB-C54E-EAE0-499A-F181B237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EB7F14C7-C243-8E4A-3D8F-7661B7B65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4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36CB7-C6DE-4827-703E-001632C4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5ACF3891-5D0A-4A01-9FC9-A29C442E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1" y="643466"/>
            <a:ext cx="103647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41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Dota 2 Gameplay - HD">
            <a:extLst>
              <a:ext uri="{FF2B5EF4-FFF2-40B4-BE49-F238E27FC236}">
                <a16:creationId xmlns:a16="http://schemas.microsoft.com/office/drawing/2014/main" id="{96387D1F-6F80-1ACF-5CCC-6B736BF2F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" r="-1" b="8608"/>
          <a:stretch>
            <a:fillRect/>
          </a:stretch>
        </p:blipFill>
        <p:spPr bwMode="auto"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6 of the best feel-good films to curl up with - Rest Less">
            <a:extLst>
              <a:ext uri="{FF2B5EF4-FFF2-40B4-BE49-F238E27FC236}">
                <a16:creationId xmlns:a16="http://schemas.microsoft.com/office/drawing/2014/main" id="{15DAE6AB-C46B-85D6-D407-0BEA988FF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2" b="35578"/>
          <a:stretch>
            <a:fillRect/>
          </a:stretch>
        </p:blipFill>
        <p:spPr bwMode="auto"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ravouholník 4">
            <a:extLst>
              <a:ext uri="{FF2B5EF4-FFF2-40B4-BE49-F238E27FC236}">
                <a16:creationId xmlns:a16="http://schemas.microsoft.com/office/drawing/2014/main" id="{C562DD3F-24CD-8021-5382-A97FACF0174A}"/>
              </a:ext>
            </a:extLst>
          </p:cNvPr>
          <p:cNvSpPr/>
          <p:nvPr/>
        </p:nvSpPr>
        <p:spPr>
          <a:xfrm>
            <a:off x="188692" y="1847182"/>
            <a:ext cx="4538036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sk-SK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Kde potrebujeme vyššie FPS?</a:t>
            </a:r>
          </a:p>
        </p:txBody>
      </p:sp>
    </p:spTree>
    <p:extLst>
      <p:ext uri="{BB962C8B-B14F-4D97-AF65-F5344CB8AC3E}">
        <p14:creationId xmlns:p14="http://schemas.microsoft.com/office/powerpoint/2010/main" val="64742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B80F-716A-4045-3719-14CC4EA0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ta 2 Gameplay - HD">
            <a:extLst>
              <a:ext uri="{FF2B5EF4-FFF2-40B4-BE49-F238E27FC236}">
                <a16:creationId xmlns:a16="http://schemas.microsoft.com/office/drawing/2014/main" id="{B540AE17-294B-D1C9-5EB6-9A9A2B50F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" r="-1" b="8608"/>
          <a:stretch>
            <a:fillRect/>
          </a:stretch>
        </p:blipFill>
        <p:spPr bwMode="auto"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6 of the best feel-good films to curl up with - Rest Less">
            <a:extLst>
              <a:ext uri="{FF2B5EF4-FFF2-40B4-BE49-F238E27FC236}">
                <a16:creationId xmlns:a16="http://schemas.microsoft.com/office/drawing/2014/main" id="{DD001AD5-9818-0F0B-5EA8-ED21A1B94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2" b="35578"/>
          <a:stretch>
            <a:fillRect/>
          </a:stretch>
        </p:blipFill>
        <p:spPr bwMode="auto"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ravouholník 4">
            <a:extLst>
              <a:ext uri="{FF2B5EF4-FFF2-40B4-BE49-F238E27FC236}">
                <a16:creationId xmlns:a16="http://schemas.microsoft.com/office/drawing/2014/main" id="{15C9732F-0FD2-B366-EA4B-6756F8486112}"/>
              </a:ext>
            </a:extLst>
          </p:cNvPr>
          <p:cNvSpPr/>
          <p:nvPr/>
        </p:nvSpPr>
        <p:spPr>
          <a:xfrm>
            <a:off x="0" y="4769996"/>
            <a:ext cx="513442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sk-SK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postačí 30 FPS</a:t>
            </a:r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A29477AB-B201-1E8E-A4C8-325534496762}"/>
              </a:ext>
            </a:extLst>
          </p:cNvPr>
          <p:cNvSpPr/>
          <p:nvPr/>
        </p:nvSpPr>
        <p:spPr>
          <a:xfrm>
            <a:off x="0" y="1426284"/>
            <a:ext cx="513442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sk-SK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60+ FPS, lepšie hry 144+ FPS</a:t>
            </a:r>
          </a:p>
        </p:txBody>
      </p:sp>
    </p:spTree>
    <p:extLst>
      <p:ext uri="{BB962C8B-B14F-4D97-AF65-F5344CB8AC3E}">
        <p14:creationId xmlns:p14="http://schemas.microsoft.com/office/powerpoint/2010/main" val="1267723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ozog: 10 fascinujúcich faktov, ktoré ste o ňom nevedeli!">
            <a:extLst>
              <a:ext uri="{FF2B5EF4-FFF2-40B4-BE49-F238E27FC236}">
                <a16:creationId xmlns:a16="http://schemas.microsoft.com/office/drawing/2014/main" id="{D05B438D-CCB3-AC2D-0679-2179E724A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2526"/>
          <a:stretch>
            <a:fillRect/>
          </a:stretch>
        </p:blipFill>
        <p:spPr bwMode="auto">
          <a:xfrm>
            <a:off x="1049813" y="643466"/>
            <a:ext cx="10092373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ravouholník 1">
            <a:extLst>
              <a:ext uri="{FF2B5EF4-FFF2-40B4-BE49-F238E27FC236}">
                <a16:creationId xmlns:a16="http://schemas.microsoft.com/office/drawing/2014/main" id="{3118D02C-7001-B6D1-9ACC-B94A54484324}"/>
              </a:ext>
            </a:extLst>
          </p:cNvPr>
          <p:cNvSpPr/>
          <p:nvPr/>
        </p:nvSpPr>
        <p:spPr>
          <a:xfrm>
            <a:off x="1469996" y="2967335"/>
            <a:ext cx="9252021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sk-SK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Koľko FPS má ľudský mozog?</a:t>
            </a:r>
          </a:p>
        </p:txBody>
      </p:sp>
    </p:spTree>
    <p:extLst>
      <p:ext uri="{BB962C8B-B14F-4D97-AF65-F5344CB8AC3E}">
        <p14:creationId xmlns:p14="http://schemas.microsoft.com/office/powerpoint/2010/main" val="2947105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vouholník 1">
            <a:extLst>
              <a:ext uri="{FF2B5EF4-FFF2-40B4-BE49-F238E27FC236}">
                <a16:creationId xmlns:a16="http://schemas.microsoft.com/office/drawing/2014/main" id="{D24A345E-926E-F7A6-5A12-9E7D80CC35BE}"/>
              </a:ext>
            </a:extLst>
          </p:cNvPr>
          <p:cNvSpPr/>
          <p:nvPr/>
        </p:nvSpPr>
        <p:spPr>
          <a:xfrm>
            <a:off x="2906284" y="2967335"/>
            <a:ext cx="63794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k-SK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Vstup od používateľa</a:t>
            </a:r>
          </a:p>
        </p:txBody>
      </p:sp>
    </p:spTree>
    <p:extLst>
      <p:ext uri="{BB962C8B-B14F-4D97-AF65-F5344CB8AC3E}">
        <p14:creationId xmlns:p14="http://schemas.microsoft.com/office/powerpoint/2010/main" val="4113093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C35A348-C5D6-4112-9FDD-93A493B0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2D817FC6-D4C3-5007-B6D0-7047063CD18C}"/>
              </a:ext>
            </a:extLst>
          </p:cNvPr>
          <p:cNvSpPr/>
          <p:nvPr/>
        </p:nvSpPr>
        <p:spPr>
          <a:xfrm>
            <a:off x="336175" y="4286160"/>
            <a:ext cx="6143626" cy="14004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kern="1200" noProof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Prečo potrebujeme vstup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kern="1200" noProof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od používateľa?</a:t>
            </a:r>
          </a:p>
        </p:txBody>
      </p:sp>
      <p:pic>
        <p:nvPicPr>
          <p:cNvPr id="1032" name="Picture 8" descr="Brawl Stars review: Good now, great in a few months">
            <a:extLst>
              <a:ext uri="{FF2B5EF4-FFF2-40B4-BE49-F238E27FC236}">
                <a16:creationId xmlns:a16="http://schemas.microsoft.com/office/drawing/2014/main" id="{CF242D78-E1AD-A317-72B1-C7DBCA876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1" r="23588" b="2"/>
          <a:stretch>
            <a:fillRect/>
          </a:stretch>
        </p:blipFill>
        <p:spPr bwMode="auto">
          <a:xfrm>
            <a:off x="20" y="10"/>
            <a:ext cx="4000480" cy="4005933"/>
          </a:xfrm>
          <a:custGeom>
            <a:avLst/>
            <a:gdLst/>
            <a:ahLst/>
            <a:cxnLst/>
            <a:rect l="l" t="t" r="r" b="b"/>
            <a:pathLst>
              <a:path w="4000500" h="4005943">
                <a:moveTo>
                  <a:pt x="0" y="0"/>
                </a:moveTo>
                <a:lnTo>
                  <a:pt x="4000500" y="0"/>
                </a:lnTo>
                <a:lnTo>
                  <a:pt x="4000500" y="3936797"/>
                </a:lnTo>
                <a:lnTo>
                  <a:pt x="3316514" y="4005943"/>
                </a:lnTo>
                <a:lnTo>
                  <a:pt x="0" y="396417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necraft- Pocket Edition GAMEPLAY">
            <a:extLst>
              <a:ext uri="{FF2B5EF4-FFF2-40B4-BE49-F238E27FC236}">
                <a16:creationId xmlns:a16="http://schemas.microsoft.com/office/drawing/2014/main" id="{1F877105-34C3-56AB-0E67-3A678FAE1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2" r="10961" b="-1"/>
          <a:stretch>
            <a:fillRect/>
          </a:stretch>
        </p:blipFill>
        <p:spPr bwMode="auto">
          <a:xfrm>
            <a:off x="4191002" y="10"/>
            <a:ext cx="3809998" cy="3917529"/>
          </a:xfrm>
          <a:custGeom>
            <a:avLst/>
            <a:gdLst/>
            <a:ahLst/>
            <a:cxnLst/>
            <a:rect l="l" t="t" r="r" b="b"/>
            <a:pathLst>
              <a:path w="3809998" h="3917539">
                <a:moveTo>
                  <a:pt x="0" y="0"/>
                </a:moveTo>
                <a:lnTo>
                  <a:pt x="3809998" y="0"/>
                </a:lnTo>
                <a:lnTo>
                  <a:pt x="3809998" y="3909212"/>
                </a:lnTo>
                <a:lnTo>
                  <a:pt x="1781628" y="3737429"/>
                </a:lnTo>
                <a:lnTo>
                  <a:pt x="0" y="391753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ounter-Strike: Global Offensive - How To Practice Smokes And Set Up A  Custom Server">
            <a:extLst>
              <a:ext uri="{FF2B5EF4-FFF2-40B4-BE49-F238E27FC236}">
                <a16:creationId xmlns:a16="http://schemas.microsoft.com/office/drawing/2014/main" id="{703A0604-15D3-F887-730D-38A2D38E1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35" r="32741" b="-1"/>
          <a:stretch>
            <a:fillRect/>
          </a:stretch>
        </p:blipFill>
        <p:spPr bwMode="auto">
          <a:xfrm>
            <a:off x="8191500" y="10"/>
            <a:ext cx="4000500" cy="3959022"/>
          </a:xfrm>
          <a:custGeom>
            <a:avLst/>
            <a:gdLst/>
            <a:ahLst/>
            <a:cxnLst/>
            <a:rect l="l" t="t" r="r" b="b"/>
            <a:pathLst>
              <a:path w="4000500" h="3959032">
                <a:moveTo>
                  <a:pt x="0" y="0"/>
                </a:moveTo>
                <a:lnTo>
                  <a:pt x="4000500" y="0"/>
                </a:lnTo>
                <a:lnTo>
                  <a:pt x="4000500" y="3959032"/>
                </a:lnTo>
                <a:lnTo>
                  <a:pt x="9072" y="3926114"/>
                </a:lnTo>
                <a:lnTo>
                  <a:pt x="0" y="39253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5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0749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inecraft | Mining Until I Find DIAMONDS | Minecraft Survival Gameplay  Walkthrough Part 2">
            <a:extLst>
              <a:ext uri="{FF2B5EF4-FFF2-40B4-BE49-F238E27FC236}">
                <a16:creationId xmlns:a16="http://schemas.microsoft.com/office/drawing/2014/main" id="{264620CD-6B3C-2741-0454-4D4A7A8E5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E6319517-7298-77C8-C3FC-FF984AA618BD}"/>
              </a:ext>
            </a:extLst>
          </p:cNvPr>
          <p:cNvSpPr txBox="1"/>
          <p:nvPr/>
        </p:nvSpPr>
        <p:spPr>
          <a:xfrm>
            <a:off x="555812" y="4338918"/>
            <a:ext cx="42672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>
                <a:solidFill>
                  <a:schemeClr val="tx1"/>
                </a:solidFill>
              </a:rPr>
              <a:t>V skratke – hra musí reagovať na myšku alebo klávesnicu</a:t>
            </a:r>
          </a:p>
        </p:txBody>
      </p:sp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1C89EAE6-0859-ED65-A9BB-0E1EAE5126D0}"/>
              </a:ext>
            </a:extLst>
          </p:cNvPr>
          <p:cNvCxnSpPr>
            <a:cxnSpLocks/>
          </p:cNvCxnSpPr>
          <p:nvPr/>
        </p:nvCxnSpPr>
        <p:spPr>
          <a:xfrm>
            <a:off x="5199529" y="4823012"/>
            <a:ext cx="5056095" cy="68131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684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D1C14B20-4FA3-7FA9-03AB-EF70EFE2B7BF}"/>
              </a:ext>
            </a:extLst>
          </p:cNvPr>
          <p:cNvSpPr/>
          <p:nvPr/>
        </p:nvSpPr>
        <p:spPr>
          <a:xfrm>
            <a:off x="2555631" y="1441938"/>
            <a:ext cx="7080738" cy="3974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Events</a:t>
            </a:r>
            <a:endParaRPr lang="en-US" sz="5400" b="0" cap="none" spc="0" dirty="0">
              <a:ln w="0"/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45539DE3-7DDF-EEBF-5061-8D76D86DBAFC}"/>
              </a:ext>
            </a:extLst>
          </p:cNvPr>
          <p:cNvSpPr txBox="1"/>
          <p:nvPr/>
        </p:nvSpPr>
        <p:spPr>
          <a:xfrm>
            <a:off x="2036064" y="5583033"/>
            <a:ext cx="81198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>
                <a:solidFill>
                  <a:schemeClr val="bg1"/>
                </a:solidFill>
              </a:rPr>
              <a:t>-&gt; </a:t>
            </a:r>
            <a:r>
              <a:rPr lang="sk-SK" b="1" dirty="0" err="1">
                <a:solidFill>
                  <a:schemeClr val="bg1"/>
                </a:solidFill>
              </a:rPr>
              <a:t>Events</a:t>
            </a:r>
            <a:r>
              <a:rPr lang="sk-SK" dirty="0">
                <a:solidFill>
                  <a:schemeClr val="bg1"/>
                </a:solidFill>
              </a:rPr>
              <a:t> je list / zoznam udalostí, kde každá udalosť má svoj typ </a:t>
            </a:r>
            <a:endParaRPr lang="sk-SK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26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uholník 2">
            <a:extLst>
              <a:ext uri="{FF2B5EF4-FFF2-40B4-BE49-F238E27FC236}">
                <a16:creationId xmlns:a16="http://schemas.microsoft.com/office/drawing/2014/main" id="{F7086987-D04B-EF87-D49C-D0D4C6400668}"/>
              </a:ext>
            </a:extLst>
          </p:cNvPr>
          <p:cNvSpPr/>
          <p:nvPr/>
        </p:nvSpPr>
        <p:spPr>
          <a:xfrm>
            <a:off x="2692478" y="2967335"/>
            <a:ext cx="68070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k-SK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Čo nám to pripomína?</a:t>
            </a:r>
          </a:p>
        </p:txBody>
      </p:sp>
    </p:spTree>
    <p:extLst>
      <p:ext uri="{BB962C8B-B14F-4D97-AF65-F5344CB8AC3E}">
        <p14:creationId xmlns:p14="http://schemas.microsoft.com/office/powerpoint/2010/main" val="3136487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vouholník 1">
            <a:extLst>
              <a:ext uri="{FF2B5EF4-FFF2-40B4-BE49-F238E27FC236}">
                <a16:creationId xmlns:a16="http://schemas.microsoft.com/office/drawing/2014/main" id="{2F9392FB-8923-15BD-C6D1-81C0F6CD4867}"/>
              </a:ext>
            </a:extLst>
          </p:cNvPr>
          <p:cNvSpPr/>
          <p:nvPr/>
        </p:nvSpPr>
        <p:spPr>
          <a:xfrm>
            <a:off x="4240652" y="277923"/>
            <a:ext cx="37106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k-SK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Array</a:t>
            </a:r>
            <a:r>
              <a:rPr lang="sk-SK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vs List</a:t>
            </a: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8DEE41BB-EC8D-1985-E33B-D4CF4E481A56}"/>
              </a:ext>
            </a:extLst>
          </p:cNvPr>
          <p:cNvSpPr txBox="1"/>
          <p:nvPr/>
        </p:nvSpPr>
        <p:spPr>
          <a:xfrm>
            <a:off x="681318" y="1541929"/>
            <a:ext cx="4769223" cy="48013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1. Pole – „</a:t>
            </a:r>
            <a:r>
              <a:rPr lang="sk-SK" dirty="0" err="1"/>
              <a:t>array</a:t>
            </a:r>
            <a:r>
              <a:rPr lang="sk-SK" dirty="0"/>
              <a:t>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obsahuje prvky rovnakého typu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napríklad všetky prvky sú  </a:t>
            </a:r>
            <a:r>
              <a:rPr lang="sk-SK" dirty="0" err="1"/>
              <a:t>integer</a:t>
            </a: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alebo všetky prvky sú </a:t>
            </a:r>
            <a:r>
              <a:rPr lang="sk-SK" dirty="0" err="1"/>
              <a:t>string</a:t>
            </a: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alebo </a:t>
            </a:r>
            <a:r>
              <a:rPr lang="sk-SK" dirty="0" err="1"/>
              <a:t>float</a:t>
            </a:r>
            <a:r>
              <a:rPr lang="sk-SK" dirty="0"/>
              <a:t>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EF14B751-4379-D1D4-108D-79B82F09BB7E}"/>
              </a:ext>
            </a:extLst>
          </p:cNvPr>
          <p:cNvSpPr txBox="1"/>
          <p:nvPr/>
        </p:nvSpPr>
        <p:spPr>
          <a:xfrm>
            <a:off x="6741461" y="1541929"/>
            <a:ext cx="4769223" cy="48013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2. Zoznam – „list“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k-SK" dirty="0"/>
              <a:t>môže obsahovať prvky rôzneho typu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  <a:p>
            <a:endParaRPr lang="sk-S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8BEEED64-D667-8CCD-9AC2-A2FCB967D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00" y="4541371"/>
            <a:ext cx="3628858" cy="774700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25499475-80B5-E41A-19A2-B16FC30FA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584" y="3555236"/>
            <a:ext cx="4056976" cy="77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1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vouholník 1">
            <a:extLst>
              <a:ext uri="{FF2B5EF4-FFF2-40B4-BE49-F238E27FC236}">
                <a16:creationId xmlns:a16="http://schemas.microsoft.com/office/drawing/2014/main" id="{0620B490-1B4E-0820-5DA9-8D475D41C861}"/>
              </a:ext>
            </a:extLst>
          </p:cNvPr>
          <p:cNvSpPr/>
          <p:nvPr/>
        </p:nvSpPr>
        <p:spPr>
          <a:xfrm>
            <a:off x="704813" y="2967335"/>
            <a:ext cx="69454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k-SK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Events</a:t>
            </a:r>
            <a:r>
              <a:rPr lang="sk-SK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sú zoznam (list)</a:t>
            </a: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78D34A8E-D17C-D87E-6B74-42A93414E74D}"/>
              </a:ext>
            </a:extLst>
          </p:cNvPr>
          <p:cNvSpPr txBox="1"/>
          <p:nvPr/>
        </p:nvSpPr>
        <p:spPr>
          <a:xfrm>
            <a:off x="870652" y="3890665"/>
            <a:ext cx="81198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>
                <a:solidFill>
                  <a:schemeClr val="tx1"/>
                </a:solidFill>
              </a:rPr>
              <a:t>zoznam udalostí, kde každá položka reprezentuje jednu udalosť</a:t>
            </a:r>
            <a:endParaRPr lang="sk-SK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742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B26C89A2-C8B2-F53E-1DD7-DEC15BE9D159}"/>
              </a:ext>
            </a:extLst>
          </p:cNvPr>
          <p:cNvSpPr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0" kern="120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Detekcia</a:t>
            </a:r>
            <a:r>
              <a:rPr lang="en-US" sz="3200" b="0" kern="12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3200" b="0" kern="120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stlačenia</a:t>
            </a:r>
            <a:r>
              <a:rPr lang="en-US" sz="3200" b="0" kern="12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3200" b="0" kern="120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klávesy</a:t>
            </a:r>
            <a:r>
              <a:rPr lang="en-US" sz="3200" b="0" kern="12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(</a:t>
            </a:r>
            <a:r>
              <a:rPr lang="en-US" sz="3200" b="0" kern="120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Keydown</a:t>
            </a:r>
            <a:r>
              <a:rPr lang="en-US" sz="3200" b="0" kern="120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3" name="Obrázok 2" descr="Obrázok, na ktorom je text, snímka obrazovky, softvér, písmo&#10;&#10;Obsah vygenerovaný pomocou AI môže byť nesprávny.">
            <a:extLst>
              <a:ext uri="{FF2B5EF4-FFF2-40B4-BE49-F238E27FC236}">
                <a16:creationId xmlns:a16="http://schemas.microsoft.com/office/drawing/2014/main" id="{2B47E206-0F92-2F59-0900-005676BE0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86733"/>
            <a:ext cx="10905066" cy="4171187"/>
          </a:xfrm>
          <a:prstGeom prst="rect">
            <a:avLst/>
          </a:prstGeom>
        </p:spPr>
      </p:pic>
      <p:sp>
        <p:nvSpPr>
          <p:cNvPr id="4" name="Pravouholník 3">
            <a:extLst>
              <a:ext uri="{FF2B5EF4-FFF2-40B4-BE49-F238E27FC236}">
                <a16:creationId xmlns:a16="http://schemas.microsoft.com/office/drawing/2014/main" id="{474C960A-28D4-2429-22A4-C09C5A696BBB}"/>
              </a:ext>
            </a:extLst>
          </p:cNvPr>
          <p:cNvSpPr/>
          <p:nvPr/>
        </p:nvSpPr>
        <p:spPr>
          <a:xfrm>
            <a:off x="430306" y="2843123"/>
            <a:ext cx="4751293" cy="5858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36014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CFC3C599-F99E-EEB0-4183-B8976722891A}"/>
              </a:ext>
            </a:extLst>
          </p:cNvPr>
          <p:cNvSpPr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0" kern="120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Funkcia v pythone</a:t>
            </a: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532EB376-9FDB-9E65-4960-37EBFEFA0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42" y="1675227"/>
            <a:ext cx="920251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43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E721D-6EB8-4E70-1DBB-40593251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D9B62BA3-0F96-D8C7-3B49-2FC71C4233F4}"/>
              </a:ext>
            </a:extLst>
          </p:cNvPr>
          <p:cNvSpPr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0" kern="120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Funkcia v pythone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4B27CA79-AC6E-31A7-EA1D-5961757C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99" y="1675227"/>
            <a:ext cx="878840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320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51621-F113-4BC4-B6FD-1D7FFC44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ravouholník 4">
            <a:extLst>
              <a:ext uri="{FF2B5EF4-FFF2-40B4-BE49-F238E27FC236}">
                <a16:creationId xmlns:a16="http://schemas.microsoft.com/office/drawing/2014/main" id="{8B93FA4F-91D0-7611-3047-ED5A850BD81B}"/>
              </a:ext>
            </a:extLst>
          </p:cNvPr>
          <p:cNvSpPr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0" kern="1200" cap="none" spc="0" noProof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Funkcia v pythone </a:t>
            </a:r>
          </a:p>
        </p:txBody>
      </p:sp>
      <p:sp>
        <p:nvSpPr>
          <p:cNvPr id="7" name="Pravouholník 6">
            <a:extLst>
              <a:ext uri="{FF2B5EF4-FFF2-40B4-BE49-F238E27FC236}">
                <a16:creationId xmlns:a16="http://schemas.microsoft.com/office/drawing/2014/main" id="{A9758625-DB65-91CB-9DBA-693A88C2BD0B}"/>
              </a:ext>
            </a:extLst>
          </p:cNvPr>
          <p:cNvSpPr/>
          <p:nvPr/>
        </p:nvSpPr>
        <p:spPr>
          <a:xfrm>
            <a:off x="232228" y="1588479"/>
            <a:ext cx="1063103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Tx/>
              <a:buChar char="-"/>
            </a:pPr>
            <a:r>
              <a:rPr lang="sk-SK" sz="3600" b="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môže byť aj v osobitnom file a vieme ju importovať do nášho working file</a:t>
            </a:r>
          </a:p>
          <a:p>
            <a:pPr marL="571500" indent="-571500">
              <a:buFontTx/>
              <a:buChar char="-"/>
            </a:pPr>
            <a:r>
              <a:rPr lang="sk-SK" sz="3600" noProof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osobitný blok v programe</a:t>
            </a:r>
            <a:endParaRPr lang="sk-SK" sz="3600" b="0" cap="none" spc="0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510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19E597-05E0-39CA-C346-8BAF7752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sk-SK" noProof="1"/>
              <a:t>Pohyb pomocou kláves a,s,d,w</a:t>
            </a:r>
          </a:p>
        </p:txBody>
      </p:sp>
      <p:pic>
        <p:nvPicPr>
          <p:cNvPr id="4" name="Obrázok 3" descr="Obrázok, na ktorom je pixel, snímka obrazovky, grafika, dizajn&#10;&#10;Obsah vygenerovaný pomocou AI môže byť nesprávny.">
            <a:extLst>
              <a:ext uri="{FF2B5EF4-FFF2-40B4-BE49-F238E27FC236}">
                <a16:creationId xmlns:a16="http://schemas.microsoft.com/office/drawing/2014/main" id="{59FC440E-E5D7-6A8E-DA5B-AB347162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337" y="3034146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130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DF015929-E7F1-EF96-04F2-FC40CCD27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138191"/>
            <a:ext cx="10258425" cy="6581617"/>
          </a:xfrm>
          <a:prstGeom prst="rect">
            <a:avLst/>
          </a:prstGeom>
        </p:spPr>
      </p:pic>
      <p:sp>
        <p:nvSpPr>
          <p:cNvPr id="3" name="Pravouholník 2">
            <a:extLst>
              <a:ext uri="{FF2B5EF4-FFF2-40B4-BE49-F238E27FC236}">
                <a16:creationId xmlns:a16="http://schemas.microsoft.com/office/drawing/2014/main" id="{4673022E-CBFF-E5A4-81A6-E1C73985DCD8}"/>
              </a:ext>
            </a:extLst>
          </p:cNvPr>
          <p:cNvSpPr/>
          <p:nvPr/>
        </p:nvSpPr>
        <p:spPr>
          <a:xfrm>
            <a:off x="131001" y="138191"/>
            <a:ext cx="4726007" cy="930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1196642B-3A97-8858-82A9-6BEFCC0A55DB}"/>
              </a:ext>
            </a:extLst>
          </p:cNvPr>
          <p:cNvSpPr txBox="1"/>
          <p:nvPr/>
        </p:nvSpPr>
        <p:spPr>
          <a:xfrm>
            <a:off x="4702628" y="504104"/>
            <a:ext cx="32419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toto by sme mali mať všetci</a:t>
            </a:r>
          </a:p>
        </p:txBody>
      </p:sp>
    </p:spTree>
    <p:extLst>
      <p:ext uri="{BB962C8B-B14F-4D97-AF65-F5344CB8AC3E}">
        <p14:creationId xmlns:p14="http://schemas.microsoft.com/office/powerpoint/2010/main" val="1902010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1D8ABD37-1925-0C48-23B8-6DD35A4E5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138191"/>
            <a:ext cx="10258425" cy="6581617"/>
          </a:xfrm>
          <a:prstGeom prst="rect">
            <a:avLst/>
          </a:prstGeom>
        </p:spPr>
      </p:pic>
      <p:sp>
        <p:nvSpPr>
          <p:cNvPr id="3" name="Pravouholník 2">
            <a:extLst>
              <a:ext uri="{FF2B5EF4-FFF2-40B4-BE49-F238E27FC236}">
                <a16:creationId xmlns:a16="http://schemas.microsoft.com/office/drawing/2014/main" id="{C0C3EE3D-2A42-18A6-8F73-4A93F34922FA}"/>
              </a:ext>
            </a:extLst>
          </p:cNvPr>
          <p:cNvSpPr/>
          <p:nvPr/>
        </p:nvSpPr>
        <p:spPr>
          <a:xfrm>
            <a:off x="142876" y="1140031"/>
            <a:ext cx="7457332" cy="3897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F4F12008-184D-3D31-DCAE-D36972F2699A}"/>
              </a:ext>
            </a:extLst>
          </p:cNvPr>
          <p:cNvSpPr txBox="1"/>
          <p:nvPr/>
        </p:nvSpPr>
        <p:spPr>
          <a:xfrm>
            <a:off x="7822499" y="873231"/>
            <a:ext cx="324196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uložíme obrázok do premennej, s ktorým chceme hýbať</a:t>
            </a:r>
          </a:p>
        </p:txBody>
      </p:sp>
    </p:spTree>
    <p:extLst>
      <p:ext uri="{BB962C8B-B14F-4D97-AF65-F5344CB8AC3E}">
        <p14:creationId xmlns:p14="http://schemas.microsoft.com/office/powerpoint/2010/main" val="3782097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42208D62-51B7-E94E-FF91-7504CE9EE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138191"/>
            <a:ext cx="10258425" cy="6581617"/>
          </a:xfrm>
          <a:prstGeom prst="rect">
            <a:avLst/>
          </a:prstGeom>
        </p:spPr>
      </p:pic>
      <p:sp>
        <p:nvSpPr>
          <p:cNvPr id="3" name="Pravouholník 2">
            <a:extLst>
              <a:ext uri="{FF2B5EF4-FFF2-40B4-BE49-F238E27FC236}">
                <a16:creationId xmlns:a16="http://schemas.microsoft.com/office/drawing/2014/main" id="{16CCF815-775F-60F3-888A-094EFB43F7D3}"/>
              </a:ext>
            </a:extLst>
          </p:cNvPr>
          <p:cNvSpPr/>
          <p:nvPr/>
        </p:nvSpPr>
        <p:spPr>
          <a:xfrm>
            <a:off x="142875" y="1531917"/>
            <a:ext cx="7800975" cy="4037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C1CB9735-BB22-B436-20E8-F12541A297CA}"/>
              </a:ext>
            </a:extLst>
          </p:cNvPr>
          <p:cNvSpPr txBox="1"/>
          <p:nvPr/>
        </p:nvSpPr>
        <p:spPr>
          <a:xfrm>
            <a:off x="7714570" y="1751012"/>
            <a:ext cx="27867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začiatočná pozícia hráča</a:t>
            </a:r>
          </a:p>
        </p:txBody>
      </p:sp>
    </p:spTree>
    <p:extLst>
      <p:ext uri="{BB962C8B-B14F-4D97-AF65-F5344CB8AC3E}">
        <p14:creationId xmlns:p14="http://schemas.microsoft.com/office/powerpoint/2010/main" val="3521459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09B3D8CB-0C3C-9E1E-30C5-3297F5776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138191"/>
            <a:ext cx="10258425" cy="6581617"/>
          </a:xfrm>
          <a:prstGeom prst="rect">
            <a:avLst/>
          </a:prstGeom>
        </p:spPr>
      </p:pic>
      <p:sp>
        <p:nvSpPr>
          <p:cNvPr id="3" name="Pravouholník 2">
            <a:extLst>
              <a:ext uri="{FF2B5EF4-FFF2-40B4-BE49-F238E27FC236}">
                <a16:creationId xmlns:a16="http://schemas.microsoft.com/office/drawing/2014/main" id="{6EC83BD5-20D4-578A-2BED-9E27B52E16DE}"/>
              </a:ext>
            </a:extLst>
          </p:cNvPr>
          <p:cNvSpPr/>
          <p:nvPr/>
        </p:nvSpPr>
        <p:spPr>
          <a:xfrm>
            <a:off x="142875" y="1983179"/>
            <a:ext cx="7800975" cy="20458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3956DAEC-ADD8-6234-DFDA-705778DD1E6E}"/>
              </a:ext>
            </a:extLst>
          </p:cNvPr>
          <p:cNvSpPr txBox="1"/>
          <p:nvPr/>
        </p:nvSpPr>
        <p:spPr>
          <a:xfrm>
            <a:off x="7085178" y="2821461"/>
            <a:ext cx="95868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funkcia</a:t>
            </a:r>
          </a:p>
        </p:txBody>
      </p:sp>
    </p:spTree>
    <p:extLst>
      <p:ext uri="{BB962C8B-B14F-4D97-AF65-F5344CB8AC3E}">
        <p14:creationId xmlns:p14="http://schemas.microsoft.com/office/powerpoint/2010/main" val="8406183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B96A0DCC-6C2B-5AB8-A73B-11995487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138191"/>
            <a:ext cx="10258425" cy="6581617"/>
          </a:xfrm>
          <a:prstGeom prst="rect">
            <a:avLst/>
          </a:prstGeom>
        </p:spPr>
      </p:pic>
      <p:sp>
        <p:nvSpPr>
          <p:cNvPr id="6" name="Pravouholník 5">
            <a:extLst>
              <a:ext uri="{FF2B5EF4-FFF2-40B4-BE49-F238E27FC236}">
                <a16:creationId xmlns:a16="http://schemas.microsoft.com/office/drawing/2014/main" id="{13B7CF95-5EE7-62EE-AEDF-34AA811B4EFA}"/>
              </a:ext>
            </a:extLst>
          </p:cNvPr>
          <p:cNvSpPr/>
          <p:nvPr/>
        </p:nvSpPr>
        <p:spPr>
          <a:xfrm>
            <a:off x="914400" y="5095876"/>
            <a:ext cx="5986464" cy="419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cxnSp>
        <p:nvCxnSpPr>
          <p:cNvPr id="10" name="Rovná spojovacia šípka 9">
            <a:extLst>
              <a:ext uri="{FF2B5EF4-FFF2-40B4-BE49-F238E27FC236}">
                <a16:creationId xmlns:a16="http://schemas.microsoft.com/office/drawing/2014/main" id="{1F224155-4226-8EBB-C203-4D7FAE4ADC97}"/>
              </a:ext>
            </a:extLst>
          </p:cNvPr>
          <p:cNvCxnSpPr>
            <a:cxnSpLocks/>
          </p:cNvCxnSpPr>
          <p:nvPr/>
        </p:nvCxnSpPr>
        <p:spPr>
          <a:xfrm flipH="1">
            <a:off x="1596571" y="1698172"/>
            <a:ext cx="72136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lokTextu 11">
            <a:extLst>
              <a:ext uri="{FF2B5EF4-FFF2-40B4-BE49-F238E27FC236}">
                <a16:creationId xmlns:a16="http://schemas.microsoft.com/office/drawing/2014/main" id="{887ABD5D-A738-A339-DB83-13E52A6FDFEA}"/>
              </a:ext>
            </a:extLst>
          </p:cNvPr>
          <p:cNvSpPr txBox="1"/>
          <p:nvPr/>
        </p:nvSpPr>
        <p:spPr>
          <a:xfrm>
            <a:off x="8262371" y="1513506"/>
            <a:ext cx="27867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začiatočná pozícia hráča</a:t>
            </a:r>
          </a:p>
        </p:txBody>
      </p:sp>
      <p:cxnSp>
        <p:nvCxnSpPr>
          <p:cNvPr id="13" name="Rovná spojovacia šípka 12">
            <a:extLst>
              <a:ext uri="{FF2B5EF4-FFF2-40B4-BE49-F238E27FC236}">
                <a16:creationId xmlns:a16="http://schemas.microsoft.com/office/drawing/2014/main" id="{216DB21C-7B4F-27A6-024B-47099E5B18DC}"/>
              </a:ext>
            </a:extLst>
          </p:cNvPr>
          <p:cNvCxnSpPr>
            <a:cxnSpLocks/>
          </p:cNvCxnSpPr>
          <p:nvPr/>
        </p:nvCxnSpPr>
        <p:spPr>
          <a:xfrm flipH="1">
            <a:off x="2866571" y="2140857"/>
            <a:ext cx="72136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BlokTextu 13">
            <a:extLst>
              <a:ext uri="{FF2B5EF4-FFF2-40B4-BE49-F238E27FC236}">
                <a16:creationId xmlns:a16="http://schemas.microsoft.com/office/drawing/2014/main" id="{5CAE4DAB-7EFA-6BC8-A64F-D02EB2263C65}"/>
              </a:ext>
            </a:extLst>
          </p:cNvPr>
          <p:cNvSpPr txBox="1"/>
          <p:nvPr/>
        </p:nvSpPr>
        <p:spPr>
          <a:xfrm>
            <a:off x="9800320" y="1956191"/>
            <a:ext cx="101951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funkcia</a:t>
            </a:r>
          </a:p>
        </p:txBody>
      </p:sp>
      <p:cxnSp>
        <p:nvCxnSpPr>
          <p:cNvPr id="15" name="Rovná spojovacia šípka 14">
            <a:extLst>
              <a:ext uri="{FF2B5EF4-FFF2-40B4-BE49-F238E27FC236}">
                <a16:creationId xmlns:a16="http://schemas.microsoft.com/office/drawing/2014/main" id="{131B2E04-7612-E6C6-0385-76B078DA2841}"/>
              </a:ext>
            </a:extLst>
          </p:cNvPr>
          <p:cNvCxnSpPr>
            <a:cxnSpLocks/>
          </p:cNvCxnSpPr>
          <p:nvPr/>
        </p:nvCxnSpPr>
        <p:spPr>
          <a:xfrm flipH="1">
            <a:off x="4482115" y="5287469"/>
            <a:ext cx="72136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lokTextu 15">
            <a:extLst>
              <a:ext uri="{FF2B5EF4-FFF2-40B4-BE49-F238E27FC236}">
                <a16:creationId xmlns:a16="http://schemas.microsoft.com/office/drawing/2014/main" id="{A4901330-BFAB-8F19-1832-EB3493D01974}"/>
              </a:ext>
            </a:extLst>
          </p:cNvPr>
          <p:cNvSpPr txBox="1"/>
          <p:nvPr/>
        </p:nvSpPr>
        <p:spPr>
          <a:xfrm>
            <a:off x="9466729" y="5102803"/>
            <a:ext cx="23206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nová podmienka</a:t>
            </a:r>
          </a:p>
        </p:txBody>
      </p:sp>
    </p:spTree>
    <p:extLst>
      <p:ext uri="{BB962C8B-B14F-4D97-AF65-F5344CB8AC3E}">
        <p14:creationId xmlns:p14="http://schemas.microsoft.com/office/powerpoint/2010/main" val="1430497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CA4E2A8B-0CC3-F32A-7BDB-A72070A82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138191"/>
            <a:ext cx="10258425" cy="6581617"/>
          </a:xfrm>
          <a:prstGeom prst="rect">
            <a:avLst/>
          </a:prstGeom>
        </p:spPr>
      </p:pic>
      <p:sp>
        <p:nvSpPr>
          <p:cNvPr id="3" name="Pravouholník 2">
            <a:extLst>
              <a:ext uri="{FF2B5EF4-FFF2-40B4-BE49-F238E27FC236}">
                <a16:creationId xmlns:a16="http://schemas.microsoft.com/office/drawing/2014/main" id="{7BE232D3-6C90-B1DC-A41B-FA0F8F4E1C60}"/>
              </a:ext>
            </a:extLst>
          </p:cNvPr>
          <p:cNvSpPr/>
          <p:nvPr/>
        </p:nvSpPr>
        <p:spPr>
          <a:xfrm>
            <a:off x="547610" y="5535848"/>
            <a:ext cx="5028732" cy="8499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603B04F6-1BA8-1057-7E08-D64DD6931CAB}"/>
              </a:ext>
            </a:extLst>
          </p:cNvPr>
          <p:cNvSpPr txBox="1"/>
          <p:nvPr/>
        </p:nvSpPr>
        <p:spPr>
          <a:xfrm>
            <a:off x="5134572" y="5776163"/>
            <a:ext cx="23206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vykreslenie obrázku</a:t>
            </a:r>
          </a:p>
        </p:txBody>
      </p:sp>
    </p:spTree>
    <p:extLst>
      <p:ext uri="{BB962C8B-B14F-4D97-AF65-F5344CB8AC3E}">
        <p14:creationId xmlns:p14="http://schemas.microsoft.com/office/powerpoint/2010/main" val="23536528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uholník 3">
            <a:extLst>
              <a:ext uri="{FF2B5EF4-FFF2-40B4-BE49-F238E27FC236}">
                <a16:creationId xmlns:a16="http://schemas.microsoft.com/office/drawing/2014/main" id="{2F30C7AA-BCBD-C2C7-EFCB-06E568A57464}"/>
              </a:ext>
            </a:extLst>
          </p:cNvPr>
          <p:cNvSpPr/>
          <p:nvPr/>
        </p:nvSpPr>
        <p:spPr>
          <a:xfrm>
            <a:off x="1780079" y="2967335"/>
            <a:ext cx="86318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sk-SK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Teraz skúsime plynulý pohyb</a:t>
            </a:r>
          </a:p>
        </p:txBody>
      </p:sp>
    </p:spTree>
    <p:extLst>
      <p:ext uri="{BB962C8B-B14F-4D97-AF65-F5344CB8AC3E}">
        <p14:creationId xmlns:p14="http://schemas.microsoft.com/office/powerpoint/2010/main" val="2487059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72232AFB-ECC1-D387-8CCE-6FE5A5B93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875212"/>
            <a:ext cx="11978640" cy="4661370"/>
          </a:xfrm>
          <a:prstGeom prst="rect">
            <a:avLst/>
          </a:prstGeom>
        </p:spPr>
      </p:pic>
      <p:sp>
        <p:nvSpPr>
          <p:cNvPr id="4" name="Pravouholník 3">
            <a:extLst>
              <a:ext uri="{FF2B5EF4-FFF2-40B4-BE49-F238E27FC236}">
                <a16:creationId xmlns:a16="http://schemas.microsoft.com/office/drawing/2014/main" id="{3D5EE88A-5E9B-16C9-264C-47278E3615D1}"/>
              </a:ext>
            </a:extLst>
          </p:cNvPr>
          <p:cNvSpPr/>
          <p:nvPr/>
        </p:nvSpPr>
        <p:spPr>
          <a:xfrm>
            <a:off x="106680" y="875212"/>
            <a:ext cx="10069286" cy="2553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42DA2754-ED89-C03B-80DC-A354A791C5A2}"/>
              </a:ext>
            </a:extLst>
          </p:cNvPr>
          <p:cNvSpPr txBox="1"/>
          <p:nvPr/>
        </p:nvSpPr>
        <p:spPr>
          <a:xfrm>
            <a:off x="8713795" y="2836565"/>
            <a:ext cx="232062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tieto riadky nám ostávajú bez zmeny</a:t>
            </a:r>
          </a:p>
        </p:txBody>
      </p:sp>
    </p:spTree>
    <p:extLst>
      <p:ext uri="{BB962C8B-B14F-4D97-AF65-F5344CB8AC3E}">
        <p14:creationId xmlns:p14="http://schemas.microsoft.com/office/powerpoint/2010/main" val="2059174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57A7-F919-902B-D78A-639AAEE2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06D5BB39-AB65-A05D-FBCC-DCB670316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875212"/>
            <a:ext cx="11978640" cy="466137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C897864F-9B76-EC62-A612-C558BD08609F}"/>
              </a:ext>
            </a:extLst>
          </p:cNvPr>
          <p:cNvSpPr txBox="1"/>
          <p:nvPr/>
        </p:nvSpPr>
        <p:spPr>
          <a:xfrm>
            <a:off x="4638184" y="4246390"/>
            <a:ext cx="232062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pridáme rýchlosť a stavy pohybu</a:t>
            </a:r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028B41D3-82DE-D059-7B1F-32E0A5E85D02}"/>
              </a:ext>
            </a:extLst>
          </p:cNvPr>
          <p:cNvSpPr/>
          <p:nvPr/>
        </p:nvSpPr>
        <p:spPr>
          <a:xfrm>
            <a:off x="106680" y="3482896"/>
            <a:ext cx="7556218" cy="21733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21003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6997607C-B2D8-2229-71EF-3E5BA799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" y="842554"/>
            <a:ext cx="11244682" cy="5172892"/>
          </a:xfrm>
          <a:prstGeom prst="rect">
            <a:avLst/>
          </a:prstGeom>
        </p:spPr>
      </p:pic>
      <p:sp>
        <p:nvSpPr>
          <p:cNvPr id="4" name="Pravouholník 3">
            <a:extLst>
              <a:ext uri="{FF2B5EF4-FFF2-40B4-BE49-F238E27FC236}">
                <a16:creationId xmlns:a16="http://schemas.microsoft.com/office/drawing/2014/main" id="{ADA00C59-0A68-54F0-4A75-BCF8F77B6813}"/>
              </a:ext>
            </a:extLst>
          </p:cNvPr>
          <p:cNvSpPr/>
          <p:nvPr/>
        </p:nvSpPr>
        <p:spPr>
          <a:xfrm>
            <a:off x="106680" y="3429000"/>
            <a:ext cx="10226040" cy="2710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90AC245B-BCA4-15B2-F51B-750C7BBAA99A}"/>
              </a:ext>
            </a:extLst>
          </p:cNvPr>
          <p:cNvSpPr txBox="1"/>
          <p:nvPr/>
        </p:nvSpPr>
        <p:spPr>
          <a:xfrm>
            <a:off x="7211566" y="2822539"/>
            <a:ext cx="282070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pod funkciu </a:t>
            </a:r>
            <a:r>
              <a:rPr lang="sk-SK" b="1" noProof="1"/>
              <a:t>spracuj_keydown() </a:t>
            </a:r>
            <a:r>
              <a:rPr lang="sk-SK" dirty="0"/>
              <a:t>vložíme novú funkciu</a:t>
            </a:r>
          </a:p>
        </p:txBody>
      </p:sp>
    </p:spTree>
    <p:extLst>
      <p:ext uri="{BB962C8B-B14F-4D97-AF65-F5344CB8AC3E}">
        <p14:creationId xmlns:p14="http://schemas.microsoft.com/office/powerpoint/2010/main" val="35682042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9538BF37-8B9E-2F76-4FC3-171F36F8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31" y="404781"/>
            <a:ext cx="10917301" cy="6257276"/>
          </a:xfrm>
          <a:prstGeom prst="rect">
            <a:avLst/>
          </a:prstGeom>
        </p:spPr>
      </p:pic>
      <p:sp>
        <p:nvSpPr>
          <p:cNvPr id="4" name="Pravouholník 3">
            <a:extLst>
              <a:ext uri="{FF2B5EF4-FFF2-40B4-BE49-F238E27FC236}">
                <a16:creationId xmlns:a16="http://schemas.microsoft.com/office/drawing/2014/main" id="{0BF77C36-B232-5A2D-BC6F-8EF715DB204C}"/>
              </a:ext>
            </a:extLst>
          </p:cNvPr>
          <p:cNvSpPr/>
          <p:nvPr/>
        </p:nvSpPr>
        <p:spPr>
          <a:xfrm>
            <a:off x="1319349" y="2073729"/>
            <a:ext cx="3918857" cy="669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Pravouholník 5">
            <a:extLst>
              <a:ext uri="{FF2B5EF4-FFF2-40B4-BE49-F238E27FC236}">
                <a16:creationId xmlns:a16="http://schemas.microsoft.com/office/drawing/2014/main" id="{8B368133-C6F8-48B2-8749-8C1060AA4EFF}"/>
              </a:ext>
            </a:extLst>
          </p:cNvPr>
          <p:cNvSpPr/>
          <p:nvPr/>
        </p:nvSpPr>
        <p:spPr>
          <a:xfrm>
            <a:off x="1014549" y="2863947"/>
            <a:ext cx="3918857" cy="20215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0251D755-4DB4-702A-3386-2FA53324CAA1}"/>
              </a:ext>
            </a:extLst>
          </p:cNvPr>
          <p:cNvSpPr txBox="1"/>
          <p:nvPr/>
        </p:nvSpPr>
        <p:spPr>
          <a:xfrm>
            <a:off x="5090495" y="2249576"/>
            <a:ext cx="329532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pridáme KEYUP do </a:t>
            </a:r>
            <a:r>
              <a:rPr lang="sk-SK" dirty="0" err="1"/>
              <a:t>while</a:t>
            </a:r>
            <a:r>
              <a:rPr lang="sk-SK" dirty="0"/>
              <a:t> cyklu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7D8699F7-F2BB-20CB-8AE2-90B894DD1923}"/>
              </a:ext>
            </a:extLst>
          </p:cNvPr>
          <p:cNvSpPr txBox="1"/>
          <p:nvPr/>
        </p:nvSpPr>
        <p:spPr>
          <a:xfrm>
            <a:off x="4681192" y="3518460"/>
            <a:ext cx="3295323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pridáme podmienky na plynulý pohyb</a:t>
            </a:r>
          </a:p>
        </p:txBody>
      </p:sp>
    </p:spTree>
    <p:extLst>
      <p:ext uri="{BB962C8B-B14F-4D97-AF65-F5344CB8AC3E}">
        <p14:creationId xmlns:p14="http://schemas.microsoft.com/office/powerpoint/2010/main" val="1937490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C6C02783-252F-534C-F45F-E5084419C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44" y="2069782"/>
            <a:ext cx="10038111" cy="245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935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6502D6BB-3530-3BDE-4A0E-4A7DE153C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04" y="444137"/>
            <a:ext cx="10406479" cy="5576109"/>
          </a:xfrm>
          <a:prstGeom prst="rect">
            <a:avLst/>
          </a:prstGeom>
        </p:spPr>
      </p:pic>
      <p:sp>
        <p:nvSpPr>
          <p:cNvPr id="4" name="Pravouholník 3">
            <a:extLst>
              <a:ext uri="{FF2B5EF4-FFF2-40B4-BE49-F238E27FC236}">
                <a16:creationId xmlns:a16="http://schemas.microsoft.com/office/drawing/2014/main" id="{AE2FC547-40E7-CC5F-612F-FDB07F38D375}"/>
              </a:ext>
            </a:extLst>
          </p:cNvPr>
          <p:cNvSpPr/>
          <p:nvPr/>
        </p:nvSpPr>
        <p:spPr>
          <a:xfrm>
            <a:off x="576943" y="3089365"/>
            <a:ext cx="10226040" cy="32330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C005A2BC-9D07-EF97-6670-58F33044A66C}"/>
              </a:ext>
            </a:extLst>
          </p:cNvPr>
          <p:cNvSpPr txBox="1"/>
          <p:nvPr/>
        </p:nvSpPr>
        <p:spPr>
          <a:xfrm>
            <a:off x="7006381" y="2266099"/>
            <a:ext cx="329532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/>
              <a:t>1024 - 100 = 924</a:t>
            </a: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6566EE4E-A7FD-797A-C143-17362DA61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192" y="208754"/>
            <a:ext cx="6512178" cy="1972744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E60D0D7C-D8FA-192F-8FE3-6CD5F9E4C927}"/>
              </a:ext>
            </a:extLst>
          </p:cNvPr>
          <p:cNvSpPr txBox="1"/>
          <p:nvPr/>
        </p:nvSpPr>
        <p:spPr>
          <a:xfrm>
            <a:off x="7212905" y="5420081"/>
            <a:ext cx="288227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noProof="1"/>
              <a:t>pohyb_hraca() zavoláme na mieste, kde sme mali predtým vo while cykle všetky tieto if-y</a:t>
            </a:r>
          </a:p>
        </p:txBody>
      </p:sp>
      <p:cxnSp>
        <p:nvCxnSpPr>
          <p:cNvPr id="10" name="Rovná spojovacia šípka 9">
            <a:extLst>
              <a:ext uri="{FF2B5EF4-FFF2-40B4-BE49-F238E27FC236}">
                <a16:creationId xmlns:a16="http://schemas.microsoft.com/office/drawing/2014/main" id="{B968417F-E76F-2825-A7D0-B75C790752C8}"/>
              </a:ext>
            </a:extLst>
          </p:cNvPr>
          <p:cNvCxnSpPr/>
          <p:nvPr/>
        </p:nvCxnSpPr>
        <p:spPr>
          <a:xfrm flipH="1" flipV="1">
            <a:off x="4206240" y="2635431"/>
            <a:ext cx="3006665" cy="27846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441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1252E1EC-40A2-5A90-13EB-93CDBC7E8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55" y="342368"/>
            <a:ext cx="11041490" cy="6173263"/>
          </a:xfrm>
          <a:prstGeom prst="rect">
            <a:avLst/>
          </a:prstGeom>
        </p:spPr>
      </p:pic>
      <p:sp>
        <p:nvSpPr>
          <p:cNvPr id="3" name="Pravouholník 2">
            <a:extLst>
              <a:ext uri="{FF2B5EF4-FFF2-40B4-BE49-F238E27FC236}">
                <a16:creationId xmlns:a16="http://schemas.microsoft.com/office/drawing/2014/main" id="{CEDE1321-981C-89F6-BAD4-0801C27194CC}"/>
              </a:ext>
            </a:extLst>
          </p:cNvPr>
          <p:cNvSpPr/>
          <p:nvPr/>
        </p:nvSpPr>
        <p:spPr>
          <a:xfrm>
            <a:off x="400050" y="1466851"/>
            <a:ext cx="10172700" cy="52054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73A32AB9-EDB5-18F2-F886-04F17EAEB2A1}"/>
              </a:ext>
            </a:extLst>
          </p:cNvPr>
          <p:cNvSpPr txBox="1"/>
          <p:nvPr/>
        </p:nvSpPr>
        <p:spPr>
          <a:xfrm>
            <a:off x="7648697" y="940887"/>
            <a:ext cx="41871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k-SK" dirty="0">
                <a:solidFill>
                  <a:schemeClr val="tx1"/>
                </a:solidFill>
              </a:rPr>
              <a:t>samozrejme máme aj iné klávesy</a:t>
            </a:r>
            <a:endParaRPr lang="sk-SK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592478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256</Words>
  <Application>Microsoft Macintosh PowerPoint</Application>
  <PresentationFormat>Širokouhlá</PresentationFormat>
  <Paragraphs>72</Paragraphs>
  <Slides>48</Slides>
  <Notes>2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Pohyb pomocou kláves a,s,d,w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Pani Kacmarova</dc:creator>
  <cp:lastModifiedBy>Pani Kacmarova</cp:lastModifiedBy>
  <cp:revision>19</cp:revision>
  <dcterms:created xsi:type="dcterms:W3CDTF">2025-11-28T20:39:00Z</dcterms:created>
  <dcterms:modified xsi:type="dcterms:W3CDTF">2026-02-28T16:26:07Z</dcterms:modified>
</cp:coreProperties>
</file>