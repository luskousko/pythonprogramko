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37b905221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37b90522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37b905221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37b905221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37b905221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37b905221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37b905221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37b90522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37b905221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37b905221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37b905221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37b905221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37b905221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37b905221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37b905221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37b905221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37b905221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37b905221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37b905221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37b905221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37b905221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e37b905221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37b905221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37b905221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37b905221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e37b905221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Švih meča, dummies a kolízie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PythonProgramko - Pygame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Aký máme plán?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sk" sz="1700"/>
              <a:t>Zmeniť točenie meča na </a:t>
            </a:r>
            <a:r>
              <a:rPr b="1" lang="sk" sz="1700"/>
              <a:t>ŠVIH</a:t>
            </a:r>
            <a:r>
              <a:rPr lang="sk" sz="1700"/>
              <a:t> meča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sk" sz="1700"/>
              <a:t>Pridať do hry </a:t>
            </a:r>
            <a:r>
              <a:rPr b="1" lang="sk" sz="1700"/>
              <a:t>DUMMIES</a:t>
            </a:r>
            <a:endParaRPr b="1"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sk" sz="1700"/>
              <a:t>Naprogramovať kolíziu s mečom</a:t>
            </a:r>
            <a:r>
              <a:rPr b="1" lang="sk" sz="1700"/>
              <a:t> - ZÁSAH DUMÍKOV </a:t>
            </a:r>
            <a:endParaRPr b="1" sz="1700"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3900" y="2185650"/>
            <a:ext cx="2655150" cy="265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1800" y="3688275"/>
            <a:ext cx="1415959" cy="11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Švih meča</a:t>
            </a:r>
            <a:endParaRPr/>
          </a:p>
        </p:txBody>
      </p:sp>
      <p:sp>
        <p:nvSpPr>
          <p:cNvPr id="101" name="Google Shape;101;p1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PythonProgramko - Pygame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Švih meča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729450" y="2078875"/>
            <a:ext cx="7688700" cy="28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sk" sz="1600"/>
              <a:t>čo sa nám dialo s mečom pôvodne? (angle += 10 každý frame)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b="1" lang="sk" sz="1600"/>
              <a:t>smer_svihu </a:t>
            </a:r>
            <a:r>
              <a:rPr lang="sk" sz="1600"/>
              <a:t>= ktorým smerom “kyvadlo ide” (1 hore, -1 dole)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sk" sz="1600"/>
              <a:t>max_uhol</a:t>
            </a:r>
            <a:r>
              <a:rPr lang="sk" sz="1600"/>
              <a:t> = hranica, ktorú meč nikdy nepresiahne na jednu stranu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sk" sz="1600"/>
              <a:t>rychlost_svihu</a:t>
            </a:r>
            <a:r>
              <a:rPr lang="sk" sz="1600"/>
              <a:t> = každý frame sa uhol zmení o 8 stupňov</a:t>
            </a:r>
            <a:endParaRPr sz="1600"/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500" y="2460225"/>
            <a:ext cx="8053001" cy="95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5899000" y="2551500"/>
            <a:ext cx="747000" cy="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4075" y="800075"/>
            <a:ext cx="2199600" cy="21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Švih meča</a:t>
            </a:r>
            <a:r>
              <a:rPr b="0" lang="sk"/>
              <a:t> (vo funkcii pohyb hráča)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050" y="1853850"/>
            <a:ext cx="4934631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5722675" y="1932375"/>
            <a:ext cx="3265200" cy="30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sk" sz="1200"/>
              <a:t>švihanie meča</a:t>
            </a:r>
            <a:r>
              <a:rPr lang="sk" sz="1200"/>
              <a:t> sa </a:t>
            </a:r>
            <a:r>
              <a:rPr lang="sk" sz="1200">
                <a:solidFill>
                  <a:srgbClr val="000000"/>
                </a:solidFill>
              </a:rPr>
              <a:t>robí len keď sú splnené dve podmienky naraz: hráč drží medzerník a zbraň podporuje rotáciu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-"/>
            </a:pPr>
            <a:r>
              <a:rPr lang="sk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toto je srdce celého švihu. Keď </a:t>
            </a:r>
            <a:r>
              <a:rPr b="1" lang="sk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smer_svihu = 1</a:t>
            </a:r>
            <a:r>
              <a:rPr lang="sk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tak </a:t>
            </a:r>
            <a:r>
              <a:rPr lang="sk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angle += 8 * 1 = 8</a:t>
            </a:r>
            <a:r>
              <a:rPr lang="sk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(uhol rastie), keď </a:t>
            </a:r>
            <a:r>
              <a:rPr lang="sk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b="1" lang="sk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mer_svihu = -1</a:t>
            </a:r>
            <a:r>
              <a:rPr lang="sk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1" lang="sk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sk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tak </a:t>
            </a:r>
            <a:r>
              <a:rPr lang="sk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angle += 8 * (-1) = -8</a:t>
            </a:r>
            <a:r>
              <a:rPr lang="sk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(uhol klesá)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sk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keď hráč pustí medzerník alebo má v ruke pištoľ, meč okamžite skočí späť na nulu a smer sa nareportuje na štart (aby ďalší švih zase začal pekne dopredu)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17"/>
          <p:cNvCxnSpPr/>
          <p:nvPr/>
        </p:nvCxnSpPr>
        <p:spPr>
          <a:xfrm flipH="1">
            <a:off x="5642625" y="2141025"/>
            <a:ext cx="546300" cy="22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9" name="Google Shape;119;p17"/>
          <p:cNvCxnSpPr/>
          <p:nvPr/>
        </p:nvCxnSpPr>
        <p:spPr>
          <a:xfrm rot="10800000">
            <a:off x="5162950" y="2721050"/>
            <a:ext cx="836400" cy="3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17"/>
          <p:cNvCxnSpPr/>
          <p:nvPr/>
        </p:nvCxnSpPr>
        <p:spPr>
          <a:xfrm flipH="1">
            <a:off x="2854750" y="3813725"/>
            <a:ext cx="3144600" cy="46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Švih meča</a:t>
            </a:r>
            <a:r>
              <a:rPr b="0" lang="sk"/>
              <a:t> (vykresľovanie v hlavnom loope)</a:t>
            </a:r>
            <a:endParaRPr/>
          </a:p>
        </p:txBody>
      </p:sp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729450" y="1922775"/>
            <a:ext cx="7688700" cy="15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rotated_weapon = pygame.transform.rotate(weapon_image, aktualna_zbran["base_rotation"] + angle)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sk"/>
              <a:t>(ostáva nemenné) -</a:t>
            </a:r>
            <a:r>
              <a:rPr b="1" lang="sk"/>
              <a:t> </a:t>
            </a:r>
            <a:r>
              <a:rPr b="1" lang="sk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pygame.transform.rotate</a:t>
            </a:r>
            <a:r>
              <a:rPr b="1" lang="sk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vezme obrázok zbrane a otočí ho o ten uhol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Dummies</a:t>
            </a:r>
            <a:endParaRPr/>
          </a:p>
        </p:txBody>
      </p:sp>
      <p:sp>
        <p:nvSpPr>
          <p:cNvPr id="132" name="Google Shape;132;p19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PythonProgramko - Pygame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Dummies </a:t>
            </a:r>
            <a:r>
              <a:rPr b="0" lang="sk"/>
              <a:t>(terče)</a:t>
            </a:r>
            <a:endParaRPr b="0"/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452100" y="1853850"/>
            <a:ext cx="8239800" cy="28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sk">
                <a:solidFill>
                  <a:srgbClr val="000000"/>
                </a:solidFill>
              </a:rPr>
              <a:t>Dummies</a:t>
            </a:r>
            <a:r>
              <a:rPr lang="sk">
                <a:solidFill>
                  <a:srgbClr val="000000"/>
                </a:solidFill>
              </a:rPr>
              <a:t> sú červené štvorčeky, obrázky,.., ktoré sa odrážajú po obrazovke a hráč ich má zasiahnuť mečom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b="1" lang="sk" sz="1200">
                <a:solidFill>
                  <a:srgbClr val="000000"/>
                </a:solidFill>
              </a:rPr>
              <a:t>dummies = []</a:t>
            </a:r>
            <a:r>
              <a:rPr b="1" lang="sk">
                <a:solidFill>
                  <a:srgbClr val="000000"/>
                </a:solidFill>
              </a:rPr>
              <a:t> </a:t>
            </a:r>
            <a:r>
              <a:rPr lang="sk">
                <a:solidFill>
                  <a:srgbClr val="000000"/>
                </a:solidFill>
              </a:rPr>
              <a:t>je prázdny zoznam, bude sa do neho ukladať každý dummy, ktorý sa narodí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b="1" lang="sk" sz="1200">
                <a:solidFill>
                  <a:srgbClr val="000000"/>
                </a:solidFill>
              </a:rPr>
              <a:t>dummy_velkost</a:t>
            </a:r>
            <a:r>
              <a:rPr lang="sk" sz="1200">
                <a:solidFill>
                  <a:srgbClr val="000000"/>
                </a:solidFill>
              </a:rPr>
              <a:t> = 50</a:t>
            </a:r>
            <a:r>
              <a:rPr lang="sk">
                <a:solidFill>
                  <a:srgbClr val="000000"/>
                </a:solidFill>
              </a:rPr>
              <a:t> je strana štvorca (50×50 pixelov) (ak budeme robiť štvorec)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b="1" lang="sk" sz="1200">
                <a:solidFill>
                  <a:srgbClr val="000000"/>
                </a:solidFill>
              </a:rPr>
              <a:t>dummy_rychlost </a:t>
            </a:r>
            <a:r>
              <a:rPr lang="sk" sz="1200">
                <a:solidFill>
                  <a:srgbClr val="000000"/>
                </a:solidFill>
              </a:rPr>
              <a:t>= 20</a:t>
            </a:r>
            <a:r>
              <a:rPr lang="sk">
                <a:solidFill>
                  <a:srgbClr val="000000"/>
                </a:solidFill>
              </a:rPr>
              <a:t> je o koľko pixelov sa dummy posunie každý frame.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5899000" y="2551500"/>
            <a:ext cx="747000" cy="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2316200"/>
            <a:ext cx="5875999" cy="110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Spawn d</a:t>
            </a:r>
            <a:r>
              <a:rPr lang="sk"/>
              <a:t>ummyho </a:t>
            </a:r>
            <a:endParaRPr/>
          </a:p>
        </p:txBody>
      </p:sp>
      <p:sp>
        <p:nvSpPr>
          <p:cNvPr id="146" name="Google Shape;146;p21"/>
          <p:cNvSpPr txBox="1"/>
          <p:nvPr>
            <p:ph idx="1" type="body"/>
          </p:nvPr>
        </p:nvSpPr>
        <p:spPr>
          <a:xfrm>
            <a:off x="6277325" y="2078875"/>
            <a:ext cx="2439300" cy="29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sk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Funkcia vyrobí </a:t>
            </a:r>
            <a:r>
              <a:rPr b="1" lang="sk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slovník</a:t>
            </a:r>
            <a:r>
              <a:rPr lang="sk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sk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{...}</a:t>
            </a:r>
            <a:r>
              <a:rPr lang="sk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- takú malú "kartičku", ktorá popisuje jedného dummyho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6375" y="829500"/>
            <a:ext cx="3388475" cy="69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1"/>
          <p:cNvPicPr preferRelativeResize="0"/>
          <p:nvPr/>
        </p:nvPicPr>
        <p:blipFill rotWithShape="1">
          <a:blip r:embed="rId4">
            <a:alphaModFix/>
          </a:blip>
          <a:srcRect b="0" l="0" r="20274" t="0"/>
          <a:stretch/>
        </p:blipFill>
        <p:spPr>
          <a:xfrm>
            <a:off x="267150" y="2078875"/>
            <a:ext cx="6010175" cy="2176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21"/>
          <p:cNvCxnSpPr/>
          <p:nvPr/>
        </p:nvCxnSpPr>
        <p:spPr>
          <a:xfrm flipH="1">
            <a:off x="1847625" y="2272225"/>
            <a:ext cx="4808400" cy="37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Spawn dummyho </a:t>
            </a:r>
            <a:endParaRPr/>
          </a:p>
        </p:txBody>
      </p:sp>
      <p:sp>
        <p:nvSpPr>
          <p:cNvPr id="155" name="Google Shape;155;p22"/>
          <p:cNvSpPr txBox="1"/>
          <p:nvPr>
            <p:ph idx="1" type="body"/>
          </p:nvPr>
        </p:nvSpPr>
        <p:spPr>
          <a:xfrm>
            <a:off x="5301850" y="814800"/>
            <a:ext cx="3414900" cy="4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Má 4 polia: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b="1" lang="sk" sz="1200">
                <a:solidFill>
                  <a:schemeClr val="dk2"/>
                </a:solidFill>
              </a:rPr>
              <a:t>"x" a "y" </a:t>
            </a:r>
            <a:r>
              <a:rPr lang="sk" sz="1200">
                <a:solidFill>
                  <a:schemeClr val="dk2"/>
                </a:solidFill>
              </a:rPr>
              <a:t>– pozícia na obrazovke, random.randint(0, 1024 - dummy_velkost) znamená "vyber náhodné číslo od 0 po 974". Prečo nie po 1024? Lebo dummy má šírku 50,  keby sa narodil na x=1020, kus by mu trčal mimo okno. Preto sa odpočíta dummy_velkost. To isté pre y.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b="1" lang="sk" sz="1200">
                <a:solidFill>
                  <a:schemeClr val="dk2"/>
                </a:solidFill>
              </a:rPr>
              <a:t>"vx" a "vy" </a:t>
            </a:r>
            <a:r>
              <a:rPr lang="sk" sz="1200">
                <a:solidFill>
                  <a:schemeClr val="dk2"/>
                </a:solidFill>
              </a:rPr>
              <a:t>– rýchlosť pohybu. random.choice([-20, 20]) znamená "hoď si mincu, buď bude rýchlosť -20 alebo +20". Vďaka tomu sa každý dummy pohne náhodným smerom – niektorý hore-doľava, iný dole-doprava, atď. (Slovíčko v v vx znamená </a:t>
            </a:r>
            <a:r>
              <a:rPr i="1" lang="sk" sz="1200">
                <a:solidFill>
                  <a:schemeClr val="dk2"/>
                </a:solidFill>
              </a:rPr>
              <a:t>velocity</a:t>
            </a:r>
            <a:r>
              <a:rPr lang="sk" sz="1200">
                <a:solidFill>
                  <a:schemeClr val="dk2"/>
                </a:solidFill>
              </a:rPr>
              <a:t>, čiže rýchlosť)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22"/>
          <p:cNvPicPr preferRelativeResize="0"/>
          <p:nvPr/>
        </p:nvPicPr>
        <p:blipFill rotWithShape="1">
          <a:blip r:embed="rId3">
            <a:alphaModFix/>
          </a:blip>
          <a:srcRect b="0" l="0" r="20274" t="0"/>
          <a:stretch/>
        </p:blipFill>
        <p:spPr>
          <a:xfrm>
            <a:off x="386475" y="2025975"/>
            <a:ext cx="4915376" cy="177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2"/>
          <p:cNvSpPr txBox="1"/>
          <p:nvPr/>
        </p:nvSpPr>
        <p:spPr>
          <a:xfrm>
            <a:off x="4762500" y="2387000"/>
            <a:ext cx="4406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2191900" y="4131325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100">
                <a:latin typeface="Roboto Mono"/>
                <a:ea typeface="Roboto Mono"/>
                <a:cs typeface="Roboto Mono"/>
                <a:sym typeface="Roboto Mono"/>
              </a:rPr>
              <a:t>dummies.append(novy)</a:t>
            </a:r>
            <a:r>
              <a:rPr lang="sk" sz="1200"/>
              <a:t> – pridáme novú </a:t>
            </a:r>
            <a:r>
              <a:rPr b="1" lang="sk" sz="1200"/>
              <a:t>kartičku</a:t>
            </a:r>
            <a:r>
              <a:rPr lang="sk" sz="1200"/>
              <a:t> do zoznamu. Od tej chvíle sa s ním počíta vo všetkých funkciách dole.</a:t>
            </a:r>
            <a:endParaRPr/>
          </a:p>
        </p:txBody>
      </p:sp>
      <p:cxnSp>
        <p:nvCxnSpPr>
          <p:cNvPr id="159" name="Google Shape;159;p22"/>
          <p:cNvCxnSpPr>
            <a:stCxn id="158" idx="1"/>
          </p:cNvCxnSpPr>
          <p:nvPr/>
        </p:nvCxnSpPr>
        <p:spPr>
          <a:xfrm rot="10800000">
            <a:off x="1732900" y="3890275"/>
            <a:ext cx="459000" cy="6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Pohyb</a:t>
            </a:r>
            <a:r>
              <a:rPr lang="sk"/>
              <a:t> dummyho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5864200" y="2187125"/>
            <a:ext cx="2886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18182"/>
              <a:buChar char="-"/>
            </a:pPr>
            <a:r>
              <a:rPr lang="sk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for d in dummies:</a:t>
            </a:r>
            <a:r>
              <a:rPr lang="sk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prejdeme každého dummyho v zozname. Premenná </a:t>
            </a:r>
            <a:r>
              <a:rPr lang="sk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lang="sk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je vždy aktuálna kartička.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9091"/>
              <a:buFont typeface="Arial"/>
              <a:buChar char="-"/>
            </a:pPr>
            <a:r>
              <a:rPr lang="sk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d["x"] += d["vx"]</a:t>
            </a:r>
            <a:r>
              <a:rPr lang="sk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posunieme dummyho</a:t>
            </a:r>
            <a:r>
              <a:rPr b="1" lang="sk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horizontálne o jeho rýchlosť.</a:t>
            </a:r>
            <a:r>
              <a:rPr lang="sk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Ak je </a:t>
            </a:r>
            <a:r>
              <a:rPr lang="sk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vx = 20</a:t>
            </a:r>
            <a:r>
              <a:rPr lang="sk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posunie sa o 20 doprava. Ak je </a:t>
            </a:r>
            <a:r>
              <a:rPr lang="sk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vx = -20</a:t>
            </a:r>
            <a:r>
              <a:rPr lang="sk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posunie sa o 20 doľava. To isté </a:t>
            </a:r>
            <a:r>
              <a:rPr lang="sk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d["y"] += d["vy"]</a:t>
            </a:r>
            <a:r>
              <a:rPr lang="sk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 vertikálu.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950" y="1951575"/>
            <a:ext cx="5362375" cy="2122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23"/>
          <p:cNvCxnSpPr/>
          <p:nvPr/>
        </p:nvCxnSpPr>
        <p:spPr>
          <a:xfrm rot="10800000">
            <a:off x="2605075" y="2410100"/>
            <a:ext cx="3454200" cy="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3"/>
          <p:cNvCxnSpPr/>
          <p:nvPr/>
        </p:nvCxnSpPr>
        <p:spPr>
          <a:xfrm rot="10800000">
            <a:off x="3155825" y="2765725"/>
            <a:ext cx="3213300" cy="36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Pohyb dummyho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4"/>
          <p:cNvSpPr txBox="1"/>
          <p:nvPr>
            <p:ph idx="1" type="body"/>
          </p:nvPr>
        </p:nvSpPr>
        <p:spPr>
          <a:xfrm>
            <a:off x="5864200" y="2187125"/>
            <a:ext cx="2886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sk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toto je </a:t>
            </a:r>
            <a:r>
              <a:rPr b="1" lang="sk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odraz od steny</a:t>
            </a:r>
            <a:r>
              <a:rPr lang="sk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Keď dummy dosiahne ľavý alebo pravý okraj, otočíme znamienko rýchlosti. Z +20 sa stane -20 a opačne. Dummy sa teda od steny "odrazí" ako pingpongová loptička. To isté pre hornú a dolnú stenu.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950" y="1951575"/>
            <a:ext cx="5362375" cy="2122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24"/>
          <p:cNvCxnSpPr/>
          <p:nvPr/>
        </p:nvCxnSpPr>
        <p:spPr>
          <a:xfrm flipH="1">
            <a:off x="5462575" y="2432900"/>
            <a:ext cx="596700" cy="49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" name="Google Shape;177;p24"/>
          <p:cNvCxnSpPr/>
          <p:nvPr/>
        </p:nvCxnSpPr>
        <p:spPr>
          <a:xfrm flipH="1">
            <a:off x="5611675" y="2444375"/>
            <a:ext cx="447600" cy="119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Vykreslenie</a:t>
            </a:r>
            <a:r>
              <a:rPr lang="sk"/>
              <a:t> dummyho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5"/>
          <p:cNvSpPr txBox="1"/>
          <p:nvPr>
            <p:ph idx="1" type="body"/>
          </p:nvPr>
        </p:nvSpPr>
        <p:spPr>
          <a:xfrm>
            <a:off x="727650" y="1853850"/>
            <a:ext cx="7688700" cy="26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for d in dummies: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k"/>
              <a:t> pygame.draw.rect(screen, (200, 50, 50), (d["x"], d["y"], dummy_velkost, dummy_velkost))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5"/>
          <p:cNvSpPr/>
          <p:nvPr/>
        </p:nvSpPr>
        <p:spPr>
          <a:xfrm>
            <a:off x="986950" y="2765700"/>
            <a:ext cx="6874200" cy="149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k" sz="1200"/>
              <a:t>Pre každého dummyho nakreslíme červený obdĺžnik na jeho aktuálnej pozícii. </a:t>
            </a:r>
            <a:r>
              <a:rPr lang="sk" sz="1100">
                <a:latin typeface="Roboto Mono"/>
                <a:ea typeface="Roboto Mono"/>
                <a:cs typeface="Roboto Mono"/>
                <a:sym typeface="Roboto Mono"/>
              </a:rPr>
              <a:t>(200, 50, 50)</a:t>
            </a:r>
            <a:r>
              <a:rPr lang="sk" sz="1200"/>
              <a:t> je RGB farba - veľa červenej, máličko zelenej a modrej. Podobne urobíme aj s vykreslením obrázka, len použijeme niečo ako </a:t>
            </a:r>
            <a:r>
              <a:rPr b="1" lang="sk" sz="1200"/>
              <a:t>screen.blit(dummy_image, (d["x"], d["y"]))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/>
          <p:nvPr>
            <p:ph type="ctrTitle"/>
          </p:nvPr>
        </p:nvSpPr>
        <p:spPr>
          <a:xfrm>
            <a:off x="729625" y="1333925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Kolízie</a:t>
            </a:r>
            <a:endParaRPr/>
          </a:p>
        </p:txBody>
      </p:sp>
      <p:sp>
        <p:nvSpPr>
          <p:cNvPr id="190" name="Google Shape;190;p26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PythonProgramko - Pygame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